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56" r:id="rId3"/>
    <p:sldId id="258" r:id="rId4"/>
    <p:sldId id="257" r:id="rId5"/>
    <p:sldId id="259" r:id="rId6"/>
    <p:sldId id="260" r:id="rId7"/>
    <p:sldId id="269" r:id="rId9"/>
    <p:sldId id="270" r:id="rId10"/>
    <p:sldId id="263" r:id="rId11"/>
    <p:sldId id="272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808" userDrawn="1">
          <p15:clr>
            <a:srgbClr val="A4A3A4"/>
          </p15:clr>
        </p15:guide>
        <p15:guide id="4" orient="horz" pos="3688" userDrawn="1">
          <p15:clr>
            <a:srgbClr val="A4A3A4"/>
          </p15:clr>
        </p15:guide>
        <p15:guide id="5" orient="horz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50"/>
    <p:restoredTop sz="95408"/>
  </p:normalViewPr>
  <p:slideViewPr>
    <p:cSldViewPr snapToGrid="0" showGuides="1">
      <p:cViewPr>
        <p:scale>
          <a:sx n="98" d="100"/>
          <a:sy n="98" d="100"/>
        </p:scale>
        <p:origin x="856" y="496"/>
      </p:cViewPr>
      <p:guideLst>
        <p:guide orient="horz" pos="1777"/>
        <p:guide pos="3840"/>
        <p:guide orient="horz" pos="2808"/>
        <p:guide orient="horz" pos="3688"/>
        <p:guide orient="horz" pos="12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customXmlProps" Target="../customXml/itemProps2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AFB33-AF9B-A141-B3E5-3E219132D65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195CB-010D-E641-8F91-CBDB653C6D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B0B-63CC-C040-B6D4-FF5529B65604}" type="datetime1">
              <a:rPr lang="ru-RU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43A1-99B4-884A-BD8A-E52494CA2BEE}" type="datetime1">
              <a:rPr lang="ru-RU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7FD8D-6ABB-9F4D-B2A0-2001BF035A4E}" type="datetime1">
              <a:rPr lang="ru-RU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CB78-A4F2-794E-9FA7-F22D6C970CA2}" type="datetime1">
              <a:rPr lang="ru-RU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96E8B-D334-494B-A8A2-E36CFA97F9D8}" type="datetime1">
              <a:rPr lang="ru-RU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9C27C-7C0C-3C47-8626-43C8FC38EB84}" type="datetime1">
              <a:rPr lang="ru-RU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EA572-901F-744E-A646-B2CCECA3ED6D}" type="datetime1">
              <a:rPr lang="ru-RU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A54A8-B470-6041-A7C3-997309CFCD95}" type="datetime1">
              <a:rPr lang="ru-RU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5BD1B-150D-F347-80DF-7CBEE18C388B}" type="datetime1">
              <a:rPr lang="ru-RU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EC997-555B-084B-8943-87A7E374A52F}" type="datetime1">
              <a:rPr lang="ru-RU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B1302-F2F5-504F-B9A2-236536B61A3F}" type="datetime1">
              <a:rPr lang="ru-RU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D103E-34E6-FD42-9ADE-44CB6AC5C2D3}" type="datetime1">
              <a:rPr lang="ru-RU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2" Type="http://schemas.openxmlformats.org/officeDocument/2006/relationships/notesSlide" Target="../notesSlides/notesSlide1.xml"/><Relationship Id="rId31" Type="http://schemas.openxmlformats.org/officeDocument/2006/relationships/slideLayout" Target="../slideLayouts/slideLayout2.xml"/><Relationship Id="rId30" Type="http://schemas.openxmlformats.org/officeDocument/2006/relationships/image" Target="../media/image32.svg"/><Relationship Id="rId3" Type="http://schemas.openxmlformats.org/officeDocument/2006/relationships/image" Target="../media/image5.png"/><Relationship Id="rId29" Type="http://schemas.openxmlformats.org/officeDocument/2006/relationships/image" Target="../media/image31.png"/><Relationship Id="rId28" Type="http://schemas.openxmlformats.org/officeDocument/2006/relationships/image" Target="../media/image30.svg"/><Relationship Id="rId27" Type="http://schemas.openxmlformats.org/officeDocument/2006/relationships/image" Target="../media/image29.png"/><Relationship Id="rId26" Type="http://schemas.openxmlformats.org/officeDocument/2006/relationships/image" Target="../media/image28.svg"/><Relationship Id="rId25" Type="http://schemas.openxmlformats.org/officeDocument/2006/relationships/image" Target="../media/image27.png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image" Target="../media/image24.svg"/><Relationship Id="rId21" Type="http://schemas.openxmlformats.org/officeDocument/2006/relationships/image" Target="../media/image23.png"/><Relationship Id="rId20" Type="http://schemas.openxmlformats.org/officeDocument/2006/relationships/image" Target="../media/image22.svg"/><Relationship Id="rId2" Type="http://schemas.openxmlformats.org/officeDocument/2006/relationships/image" Target="../media/image4.svg"/><Relationship Id="rId19" Type="http://schemas.openxmlformats.org/officeDocument/2006/relationships/image" Target="../media/image21.png"/><Relationship Id="rId18" Type="http://schemas.openxmlformats.org/officeDocument/2006/relationships/image" Target="../media/image20.svg"/><Relationship Id="rId17" Type="http://schemas.openxmlformats.org/officeDocument/2006/relationships/image" Target="../media/image19.png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8.svg"/><Relationship Id="rId11" Type="http://schemas.openxmlformats.org/officeDocument/2006/relationships/image" Target="../media/image47.png"/><Relationship Id="rId10" Type="http://schemas.openxmlformats.org/officeDocument/2006/relationships/image" Target="../media/image46.svg"/><Relationship Id="rId1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3756" y="1895062"/>
            <a:ext cx="9342783" cy="2451652"/>
          </a:xfrm>
        </p:spPr>
        <p:txBody>
          <a:bodyPr>
            <a:normAutofit/>
          </a:bodyPr>
          <a:lstStyle/>
          <a:p>
            <a:r>
              <a:rPr lang="ru-RU" sz="4400" dirty="0"/>
              <a:t>Метод </a:t>
            </a:r>
            <a:r>
              <a:rPr lang="en-US" altLang="en-US" sz="4400" dirty="0"/>
              <a:t>восстановления</a:t>
            </a:r>
            <a:r>
              <a:rPr lang="en-US" altLang="ru-RU" sz="4400" dirty="0"/>
              <a:t> </a:t>
            </a:r>
            <a:r>
              <a:rPr lang="en-US" altLang="en-US" sz="4400" dirty="0"/>
              <a:t>глубины</a:t>
            </a:r>
            <a:r>
              <a:rPr lang="en-US" altLang="ru-RU" sz="4400" dirty="0"/>
              <a:t> </a:t>
            </a:r>
            <a:r>
              <a:rPr lang="en-US" altLang="en-US" sz="4400" dirty="0"/>
              <a:t>архивных</a:t>
            </a:r>
            <a:r>
              <a:rPr lang="en-US" altLang="ru-RU" sz="4400" dirty="0"/>
              <a:t> </a:t>
            </a:r>
            <a:r>
              <a:rPr lang="en-US" altLang="en-US" sz="4400" dirty="0"/>
              <a:t>фотографий</a:t>
            </a:r>
            <a:r>
              <a:rPr lang="en-US" altLang="ru-RU" sz="4400" dirty="0"/>
              <a:t> </a:t>
            </a:r>
            <a:r>
              <a:rPr lang="en-US" altLang="en-US" sz="4400" dirty="0"/>
              <a:t>по</a:t>
            </a:r>
            <a:r>
              <a:rPr lang="en-US" altLang="ru-RU" sz="4400" dirty="0"/>
              <a:t> </a:t>
            </a:r>
            <a:r>
              <a:rPr lang="en-US" altLang="en-US" sz="4400" dirty="0"/>
              <a:t>закраске</a:t>
            </a:r>
            <a:br>
              <a:rPr lang="en-US" altLang="en-US" sz="4400" dirty="0"/>
            </a:br>
            <a:r>
              <a:rPr lang="en-US" altLang="ru-RU" sz="4400" dirty="0"/>
              <a:t> </a:t>
            </a:r>
            <a:r>
              <a:rPr lang="en-US" altLang="en-US" sz="4400" dirty="0"/>
              <a:t>изображения</a:t>
            </a:r>
            <a:endParaRPr lang="en-US" alt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6270" y="4886325"/>
            <a:ext cx="9037955" cy="1383665"/>
          </a:xfrm>
        </p:spPr>
        <p:txBody>
          <a:bodyPr/>
          <a:lstStyle/>
          <a:p>
            <a:pPr algn="l"/>
            <a:r>
              <a:rPr lang="ru-RU" dirty="0">
                <a:latin typeface="+mj-lt"/>
                <a:cs typeface="Calibri" panose="020F0502020204030204" pitchFamily="34" charset="0"/>
              </a:rPr>
              <a:t>Студент: Вылегжанина Алёна Игоревна</a:t>
            </a:r>
            <a:endParaRPr lang="ru-RU" dirty="0">
              <a:latin typeface="+mj-lt"/>
              <a:cs typeface="Calibri" panose="020F0502020204030204" pitchFamily="34" charset="0"/>
            </a:endParaRPr>
          </a:p>
          <a:p>
            <a:pPr algn="l"/>
            <a:r>
              <a:rPr lang="ru-RU" dirty="0">
                <a:latin typeface="+mj-lt"/>
                <a:cs typeface="Calibri" panose="020F0502020204030204" pitchFamily="34" charset="0"/>
              </a:rPr>
              <a:t>Группа: ИУ7</a:t>
            </a:r>
            <a:r>
              <a:rPr lang="en-US" dirty="0">
                <a:latin typeface="+mj-lt"/>
                <a:cs typeface="Calibri" panose="020F0502020204030204" pitchFamily="34" charset="0"/>
              </a:rPr>
              <a:t>-</a:t>
            </a:r>
            <a:r>
              <a:rPr lang="ru-RU" dirty="0">
                <a:latin typeface="+mj-lt"/>
                <a:cs typeface="Calibri" panose="020F0502020204030204" pitchFamily="34" charset="0"/>
              </a:rPr>
              <a:t>81Б</a:t>
            </a:r>
            <a:endParaRPr lang="ru-RU" dirty="0">
              <a:latin typeface="+mj-lt"/>
              <a:cs typeface="Calibri" panose="020F0502020204030204" pitchFamily="34" charset="0"/>
            </a:endParaRPr>
          </a:p>
          <a:p>
            <a:pPr algn="l"/>
            <a:r>
              <a:rPr lang="ru-RU" dirty="0">
                <a:latin typeface="+mj-lt"/>
                <a:cs typeface="Calibri" panose="020F0502020204030204" pitchFamily="34" charset="0"/>
              </a:rPr>
              <a:t>Научный руководитель: Строганов Дмитрий Владимирович</a:t>
            </a:r>
            <a:endParaRPr lang="en-US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4" name="Subtitle 2"/>
          <p:cNvSpPr txBox="1"/>
          <p:nvPr/>
        </p:nvSpPr>
        <p:spPr>
          <a:xfrm>
            <a:off x="0" y="354496"/>
            <a:ext cx="12192000" cy="877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+mj-lt"/>
              </a:rPr>
              <a:t>МОСКОВСКИЙ ГОСУДАРСТВЕННЫЙ ТЕХНИЧЕСКИЙ УНИВЕРСИТЕТ ИМЕНИ Н. Э. БАУМАНА </a:t>
            </a:r>
            <a:endParaRPr lang="ru-RU" sz="2000" dirty="0">
              <a:latin typeface="+mj-lt"/>
            </a:endParaRPr>
          </a:p>
          <a:p>
            <a:r>
              <a:rPr lang="ru-RU" sz="2000" dirty="0">
                <a:latin typeface="+mj-lt"/>
              </a:rPr>
              <a:t>(НАЦИОНАЛЬНЫЙ ИССЛЕДОВАТЕЛЬСКИЙ УНИВЕРСИТЕТ)</a:t>
            </a:r>
            <a:endParaRPr lang="en-US" sz="2000" dirty="0">
              <a:latin typeface="+mj-lt"/>
            </a:endParaRPr>
          </a:p>
        </p:txBody>
      </p:sp>
      <p:sp>
        <p:nvSpPr>
          <p:cNvPr id="6" name="Subtitle 2"/>
          <p:cNvSpPr txBox="1"/>
          <p:nvPr/>
        </p:nvSpPr>
        <p:spPr>
          <a:xfrm>
            <a:off x="1" y="1417978"/>
            <a:ext cx="12192000" cy="404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latin typeface="+mj-lt"/>
              </a:rPr>
              <a:t>Выпускная квалификационная работа бакалавра</a:t>
            </a:r>
            <a:endParaRPr lang="en-US" sz="1600" dirty="0">
              <a:latin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687060" y="6378575"/>
            <a:ext cx="81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/>
              <a:t>2025 </a:t>
            </a:r>
            <a:r>
              <a:rPr lang="ru-RU" altLang="ru-RU"/>
              <a:t>г.</a:t>
            </a:r>
            <a:endParaRPr lang="ru-RU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 в предметную область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89978" y="6356350"/>
            <a:ext cx="301487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/>
          </a:p>
        </p:txBody>
      </p:sp>
      <p:sp>
        <p:nvSpPr>
          <p:cNvPr id="9" name="Стрелка вправо 8"/>
          <p:cNvSpPr/>
          <p:nvPr/>
        </p:nvSpPr>
        <p:spPr>
          <a:xfrm>
            <a:off x="8346440" y="3143250"/>
            <a:ext cx="979170" cy="48577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679450" y="2179955"/>
            <a:ext cx="5310505" cy="185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b="1"/>
              <a:t>Области применения 3-Д реконструкции:</a:t>
            </a:r>
            <a:endParaRPr lang="ru-RU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медицина,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культур</a:t>
            </a:r>
            <a:r>
              <a:rPr lang="ru-RU" altLang="en-US"/>
              <a:t>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образовани</a:t>
            </a:r>
            <a:r>
              <a:rPr lang="ru-RU" altLang="en-US"/>
              <a:t>е</a:t>
            </a:r>
            <a:r>
              <a:rPr lang="en-US" altLang="ru-RU"/>
              <a:t>,</a:t>
            </a:r>
            <a:endParaRPr lang="en-US" altLang="ru-R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промышленно</a:t>
            </a:r>
            <a:r>
              <a:rPr lang="ru-RU" altLang="en-US"/>
              <a:t>е</a:t>
            </a:r>
            <a:r>
              <a:rPr lang="en-US" altLang="ru-RU"/>
              <a:t> </a:t>
            </a:r>
            <a:r>
              <a:rPr lang="en-US" altLang="en-US"/>
              <a:t>производств</a:t>
            </a:r>
            <a:r>
              <a:rPr lang="ru-RU" altLang="en-US"/>
              <a:t>о</a:t>
            </a:r>
            <a:r>
              <a:rPr lang="en-US" altLang="ru-RU"/>
              <a:t>,</a:t>
            </a:r>
            <a:endParaRPr lang="en-US" altLang="ru-R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/>
              <a:t>индустри</a:t>
            </a:r>
            <a:r>
              <a:rPr lang="ru-RU" altLang="en-US"/>
              <a:t>я</a:t>
            </a:r>
            <a:r>
              <a:rPr lang="en-US" altLang="ru-RU"/>
              <a:t> </a:t>
            </a:r>
            <a:r>
              <a:rPr lang="en-US" altLang="en-US"/>
              <a:t>развлечений</a:t>
            </a:r>
            <a:r>
              <a:rPr lang="ru-RU" altLang="en-US"/>
              <a:t>,</a:t>
            </a:r>
            <a:endParaRPr lang="ru-RU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/>
              <a:t>с</a:t>
            </a:r>
            <a:r>
              <a:rPr lang="en-US" altLang="en-US"/>
              <a:t>истем</a:t>
            </a:r>
            <a:r>
              <a:rPr lang="ru-RU" altLang="en-US"/>
              <a:t>ы</a:t>
            </a:r>
            <a:r>
              <a:rPr lang="en-US" altLang="ru-RU"/>
              <a:t> </a:t>
            </a:r>
            <a:r>
              <a:rPr lang="en-US" altLang="en-US"/>
              <a:t>компьютерного</a:t>
            </a:r>
            <a:r>
              <a:rPr lang="en-US" altLang="ru-RU"/>
              <a:t> </a:t>
            </a:r>
            <a:r>
              <a:rPr lang="en-US" altLang="en-US"/>
              <a:t>зрения</a:t>
            </a:r>
            <a:r>
              <a:rPr lang="ru-RU" altLang="en-US"/>
              <a:t>.</a:t>
            </a:r>
            <a:endParaRPr lang="ru-RU" altLang="en-US"/>
          </a:p>
        </p:txBody>
      </p:sp>
      <p:sp>
        <p:nvSpPr>
          <p:cNvPr id="11" name="Текстовое поле 10"/>
          <p:cNvSpPr txBox="1"/>
          <p:nvPr/>
        </p:nvSpPr>
        <p:spPr>
          <a:xfrm>
            <a:off x="679450" y="4218305"/>
            <a:ext cx="5243830" cy="186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b="1"/>
              <a:t>В</a:t>
            </a:r>
            <a:r>
              <a:rPr lang="en-US" altLang="en-US" b="1"/>
              <a:t>осстановление</a:t>
            </a:r>
            <a:r>
              <a:rPr lang="en-US" altLang="ru-RU" b="1"/>
              <a:t> </a:t>
            </a:r>
            <a:r>
              <a:rPr lang="en-US" altLang="en-US" b="1"/>
              <a:t>глубины</a:t>
            </a:r>
            <a:r>
              <a:rPr lang="en-US" altLang="ru-RU" b="1"/>
              <a:t> </a:t>
            </a:r>
            <a:r>
              <a:rPr lang="en-US" altLang="en-US" b="1"/>
              <a:t>из</a:t>
            </a:r>
            <a:r>
              <a:rPr lang="en-US" altLang="ru-RU" b="1"/>
              <a:t> </a:t>
            </a:r>
            <a:r>
              <a:rPr lang="en-US" altLang="en-US" b="1"/>
              <a:t>монокулярных</a:t>
            </a:r>
            <a:endParaRPr lang="en-US" altLang="en-US" b="1"/>
          </a:p>
          <a:p>
            <a:r>
              <a:rPr lang="en-US" altLang="en-US" b="1"/>
              <a:t>изображений</a:t>
            </a:r>
            <a:r>
              <a:rPr lang="ru-RU" altLang="en-US"/>
              <a:t> </a:t>
            </a:r>
            <a:r>
              <a:rPr lang="en-US" altLang="ru-RU">
                <a:sym typeface="+mn-ea"/>
              </a:rPr>
              <a:t>—</a:t>
            </a:r>
            <a:r>
              <a:rPr lang="en-US" altLang="ru-RU"/>
              <a:t> </a:t>
            </a:r>
            <a:r>
              <a:rPr lang="en-US" altLang="en-US"/>
              <a:t>технология</a:t>
            </a:r>
            <a:r>
              <a:rPr lang="en-US" altLang="ru-RU"/>
              <a:t> </a:t>
            </a:r>
            <a:r>
              <a:rPr lang="en-US" altLang="en-US"/>
              <a:t>построения</a:t>
            </a:r>
            <a:r>
              <a:rPr lang="en-US" altLang="ru-RU"/>
              <a:t> </a:t>
            </a:r>
            <a:r>
              <a:rPr lang="en-US" altLang="en-US"/>
              <a:t>карты</a:t>
            </a:r>
            <a:r>
              <a:rPr lang="en-US" altLang="ru-RU"/>
              <a:t> </a:t>
            </a:r>
            <a:r>
              <a:rPr lang="en-US" altLang="en-US"/>
              <a:t>глубин</a:t>
            </a:r>
            <a:r>
              <a:rPr lang="en-US" altLang="ru-RU"/>
              <a:t> — </a:t>
            </a:r>
            <a:r>
              <a:rPr lang="en-US" altLang="en-US"/>
              <a:t>структуры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, </a:t>
            </a:r>
            <a:r>
              <a:rPr lang="en-US" altLang="en-US"/>
              <a:t>где</a:t>
            </a:r>
            <a:r>
              <a:rPr lang="en-US" altLang="ru-RU"/>
              <a:t> </a:t>
            </a:r>
            <a:r>
              <a:rPr lang="en-US" altLang="en-US"/>
              <a:t>каждой</a:t>
            </a:r>
            <a:r>
              <a:rPr lang="en-US" altLang="ru-RU"/>
              <a:t> </a:t>
            </a:r>
            <a:r>
              <a:rPr lang="en-US" altLang="en-US"/>
              <a:t>точке</a:t>
            </a:r>
            <a:r>
              <a:rPr lang="en-US" altLang="ru-RU"/>
              <a:t> </a:t>
            </a:r>
            <a:r>
              <a:rPr lang="en-US" altLang="en-US"/>
              <a:t>сцены</a:t>
            </a:r>
            <a:r>
              <a:rPr lang="en-US" altLang="ru-RU"/>
              <a:t> </a:t>
            </a:r>
            <a:r>
              <a:rPr lang="en-US" altLang="en-US"/>
              <a:t>поставлено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соответствие</a:t>
            </a:r>
            <a:r>
              <a:rPr lang="en-US" altLang="ru-RU"/>
              <a:t> </a:t>
            </a:r>
            <a:r>
              <a:rPr lang="en-US" altLang="en-US"/>
              <a:t>расстояние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нее</a:t>
            </a:r>
            <a:r>
              <a:rPr lang="en-US" altLang="ru-RU"/>
              <a:t> </a:t>
            </a:r>
            <a:r>
              <a:rPr lang="en-US" altLang="en-US"/>
              <a:t>до</a:t>
            </a:r>
            <a:r>
              <a:rPr lang="en-US" altLang="ru-RU"/>
              <a:t> </a:t>
            </a:r>
            <a:r>
              <a:rPr lang="en-US" altLang="en-US"/>
              <a:t>камеры</a:t>
            </a:r>
            <a:r>
              <a:rPr lang="ru-RU" altLang="en-US"/>
              <a:t>.</a:t>
            </a:r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6160770" y="5049520"/>
            <a:ext cx="1652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Исходное </a:t>
            </a:r>
            <a:endParaRPr lang="ru-RU" altLang="en-US"/>
          </a:p>
          <a:p>
            <a:pPr algn="ctr"/>
            <a:r>
              <a:rPr lang="ru-RU" altLang="en-US"/>
              <a:t>изображение</a:t>
            </a:r>
            <a:endParaRPr lang="ru-RU" altLang="en-US"/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9910445" y="5129530"/>
            <a:ext cx="16522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/>
              <a:t>Карта </a:t>
            </a:r>
            <a:endParaRPr lang="ru-RU" altLang="en-US"/>
          </a:p>
          <a:p>
            <a:pPr algn="ctr"/>
            <a:r>
              <a:rPr lang="ru-RU" altLang="en-US"/>
              <a:t>глубин</a:t>
            </a:r>
            <a:endParaRPr lang="ru-RU" altLang="en-US"/>
          </a:p>
        </p:txBody>
      </p:sp>
      <p:pic>
        <p:nvPicPr>
          <p:cNvPr id="12" name="Изображение 11" descr="pri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1675" y="2420620"/>
            <a:ext cx="2391410" cy="2555240"/>
          </a:xfrm>
          <a:prstGeom prst="rect">
            <a:avLst/>
          </a:prstGeom>
        </p:spPr>
      </p:pic>
      <p:pic>
        <p:nvPicPr>
          <p:cNvPr id="14" name="Изображение 13" descr="depth_color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9590" y="2387600"/>
            <a:ext cx="2505710" cy="267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 и задачи работы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Цель работы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⏤ 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разработка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метода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восстановления</a:t>
            </a:r>
            <a:endParaRPr lang="en-US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глубины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архивных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фотографий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по закраске изображения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Задачи:</a:t>
            </a:r>
            <a:endParaRPr lang="ru-RU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проанализировать предметную область;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разработать метод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восстановления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глубины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из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монокулярных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изображений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;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реализовать предложенный метод ;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исследова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ть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влияни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е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степени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состаривания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изображения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на качество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результата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применения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разработанного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метода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ru-RU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89978" y="6356350"/>
            <a:ext cx="314739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91" y="200299"/>
            <a:ext cx="11105322" cy="7215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/>
              <a:t>Классификация </a:t>
            </a:r>
            <a:r>
              <a:rPr lang="en-US" altLang="en-US" sz="4000" dirty="0"/>
              <a:t>методов</a:t>
            </a:r>
            <a:r>
              <a:rPr lang="ru-RU" altLang="en-US" sz="4000" dirty="0"/>
              <a:t> </a:t>
            </a:r>
            <a:r>
              <a:rPr lang="en-US" altLang="en-US" sz="4000" dirty="0"/>
              <a:t>восстановления</a:t>
            </a:r>
            <a:r>
              <a:rPr lang="ru-RU" altLang="en-US" sz="4000" dirty="0"/>
              <a:t> </a:t>
            </a:r>
            <a:r>
              <a:rPr lang="en-US" altLang="en-US" sz="4000" dirty="0"/>
              <a:t>глубины</a:t>
            </a:r>
            <a:r>
              <a:rPr lang="ru-RU" altLang="en-US" sz="4000" dirty="0"/>
              <a:t> </a:t>
            </a:r>
            <a:r>
              <a:rPr lang="en-US" altLang="en-US" sz="4000" dirty="0"/>
              <a:t>из</a:t>
            </a:r>
            <a:r>
              <a:rPr lang="ru-RU" altLang="en-US" sz="4000" dirty="0"/>
              <a:t> </a:t>
            </a:r>
            <a:r>
              <a:rPr lang="en-US" altLang="en-US" sz="4000" dirty="0"/>
              <a:t>монокулярных</a:t>
            </a:r>
            <a:r>
              <a:rPr lang="ru-RU" altLang="en-US" sz="4000" dirty="0"/>
              <a:t> </a:t>
            </a:r>
            <a:r>
              <a:rPr lang="en-US" altLang="en-US" sz="4000" dirty="0"/>
              <a:t>изображений</a:t>
            </a:r>
            <a:endParaRPr lang="en-US" alt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003229" y="6356350"/>
            <a:ext cx="288235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  <p:graphicFrame>
        <p:nvGraphicFramePr>
          <p:cNvPr id="5" name="Таблица 4"/>
          <p:cNvGraphicFramePr/>
          <p:nvPr>
            <p:custDataLst>
              <p:tags r:id="rId1"/>
            </p:custDataLst>
          </p:nvPr>
        </p:nvGraphicFramePr>
        <p:xfrm>
          <a:off x="229870" y="1387475"/>
          <a:ext cx="11830050" cy="5212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1675"/>
                <a:gridCol w="1971675"/>
                <a:gridCol w="1971675"/>
                <a:gridCol w="1971675"/>
                <a:gridCol w="1971675"/>
                <a:gridCol w="1971675"/>
              </a:tblGrid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b="1"/>
                        <a:t>Метод</a:t>
                      </a:r>
                      <a:endParaRPr lang="ru-RU" altLang="en-US" b="1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b="1"/>
                        <a:t>Способ  получения данных</a:t>
                      </a:r>
                      <a:endParaRPr lang="ru-RU" altLang="en-US" b="1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Доп</a:t>
                      </a:r>
                      <a:r>
                        <a:rPr lang="ru-RU" altLang="en-US" b="1"/>
                        <a:t>олнительная</a:t>
                      </a:r>
                      <a:r>
                        <a:rPr lang="en-US" altLang="ru-RU" b="1"/>
                        <a:t> </a:t>
                      </a:r>
                      <a:r>
                        <a:rPr lang="en-US" altLang="en-US" b="1"/>
                        <a:t>информация</a:t>
                      </a:r>
                      <a:endParaRPr lang="en-US" altLang="en-US" b="1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Результат</a:t>
                      </a:r>
                      <a:endParaRPr lang="en-US" altLang="en-US" b="1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1"/>
                        <a:t>Масштаб</a:t>
                      </a:r>
                      <a:endParaRPr lang="en-US" altLang="en-US" b="1"/>
                    </a:p>
                    <a:p>
                      <a:pPr algn="ctr">
                        <a:buNone/>
                      </a:pPr>
                      <a:r>
                        <a:rPr lang="en-US" altLang="ru-RU" b="1"/>
                        <a:t> </a:t>
                      </a:r>
                      <a:r>
                        <a:rPr lang="en-US" altLang="en-US" b="1"/>
                        <a:t>сцены</a:t>
                      </a:r>
                      <a:endParaRPr lang="en-US" altLang="en-US" b="1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b="1"/>
                        <a:t>Уровень автоматизации</a:t>
                      </a:r>
                      <a:endParaRPr lang="ru-RU" altLang="en-US" b="1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Структурного освещения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Активный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Тип шаблона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Карта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глубин</a:t>
                      </a:r>
                      <a:r>
                        <a:rPr lang="en-US" altLang="ru-RU"/>
                        <a:t>,</a:t>
                      </a:r>
                      <a:endParaRPr lang="en-US" altLang="ru-RU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 </a:t>
                      </a:r>
                      <a:r>
                        <a:rPr lang="en-US" altLang="en-US"/>
                        <a:t>форма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объекта</a:t>
                      </a:r>
                      <a:endParaRPr lang="en-US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Локальные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Ручн</a:t>
                      </a:r>
                      <a:r>
                        <a:rPr lang="ru-RU" altLang="en-US"/>
                        <a:t>ой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Восстановления глубины из размытия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Активный или пассивный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Параметры</a:t>
                      </a:r>
                      <a:r>
                        <a:rPr lang="ru-RU" altLang="en-US"/>
                        <a:t> </a:t>
                      </a:r>
                      <a:r>
                        <a:rPr lang="en-US" altLang="en-US"/>
                        <a:t>настройки</a:t>
                      </a:r>
                      <a:r>
                        <a:rPr lang="ru-RU" altLang="en-US"/>
                        <a:t> </a:t>
                      </a:r>
                      <a:r>
                        <a:rPr lang="en-US" altLang="en-US"/>
                        <a:t>камеры</a:t>
                      </a:r>
                      <a:endParaRPr lang="en-US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Карта глубин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Локальные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Автономны</a:t>
                      </a:r>
                      <a:r>
                        <a:rPr lang="ru-RU" altLang="en-US"/>
                        <a:t>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1188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Восстановления глубины по закраске изображения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Пассивный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Параметры</a:t>
                      </a:r>
                      <a:endParaRPr lang="en-US" altLang="en-US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освещения</a:t>
                      </a:r>
                      <a:endParaRPr lang="en-US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Карта</a:t>
                      </a:r>
                      <a:endParaRPr lang="en-US" altLang="en-US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 </a:t>
                      </a:r>
                      <a:r>
                        <a:rPr lang="en-US" altLang="en-US"/>
                        <a:t>глубин</a:t>
                      </a:r>
                      <a:r>
                        <a:rPr lang="en-US" altLang="ru-RU"/>
                        <a:t>,</a:t>
                      </a:r>
                      <a:endParaRPr lang="en-US" altLang="ru-RU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нормали</a:t>
                      </a:r>
                      <a:endParaRPr lang="en-US" altLang="en-US"/>
                    </a:p>
                    <a:p>
                      <a:pPr algn="ctr">
                        <a:buNone/>
                      </a:pP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поверхности</a:t>
                      </a:r>
                      <a:endParaRPr lang="en-US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Локальные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Полуавтономны</a:t>
                      </a:r>
                      <a:r>
                        <a:rPr lang="ru-RU" altLang="en-US"/>
                        <a:t>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Комфортной генерации глубины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Пассивный</a:t>
                      </a:r>
                      <a:endParaRPr lang="ru-RU" altLang="en-US" sz="1800"/>
                    </a:p>
                    <a:p>
                      <a:pPr algn="ctr">
                        <a:buNone/>
                      </a:pP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ru-RU"/>
                        <a:t>-</a:t>
                      </a:r>
                      <a:endParaRPr lang="en-US" altLang="ru-RU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Карта глубин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Локальные или глобальные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Автономны</a:t>
                      </a:r>
                      <a:r>
                        <a:rPr lang="ru-RU" altLang="en-US"/>
                        <a:t>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/>
                        <a:t>На основе нейронных сетей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Пассивный</a:t>
                      </a:r>
                      <a:endParaRPr lang="ru-RU" altLang="en-US" sz="1800"/>
                    </a:p>
                    <a:p>
                      <a:pPr algn="ctr">
                        <a:buNone/>
                      </a:pP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ru-RU"/>
                        <a:t>-</a:t>
                      </a:r>
                      <a:endParaRPr lang="ru-RU" altLang="ru-RU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Карта глубин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ru-RU" altLang="en-US" sz="1800">
                          <a:sym typeface="+mn-ea"/>
                        </a:rPr>
                        <a:t>Локальные </a:t>
                      </a:r>
                      <a:r>
                        <a:rPr lang="ru-RU" altLang="en-US" sz="1800">
                          <a:sym typeface="+mn-ea"/>
                        </a:rPr>
                        <a:t>или глобальные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Автономны</a:t>
                      </a:r>
                      <a:r>
                        <a:rPr lang="ru-RU" altLang="en-US"/>
                        <a:t>й</a:t>
                      </a:r>
                      <a:endParaRPr lang="ru-RU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/>
        </p:nvSpPr>
        <p:spPr>
          <a:xfrm>
            <a:off x="5989978" y="6510655"/>
            <a:ext cx="314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-306070"/>
            <a:ext cx="12181840" cy="1325880"/>
          </a:xfrm>
        </p:spPr>
        <p:txBody>
          <a:bodyPr>
            <a:normAutofit/>
          </a:bodyPr>
          <a:lstStyle/>
          <a:p>
            <a:pPr algn="ctr"/>
            <a:r>
              <a:rPr lang="ru-RU" altLang="ru-RU" dirty="0"/>
              <a:t>Функциональная модель метода</a:t>
            </a:r>
            <a:endParaRPr lang="ru-RU" altLang="ru-R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780718" y="6356350"/>
            <a:ext cx="2743200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  <p:grpSp>
        <p:nvGrpSpPr>
          <p:cNvPr id="50" name="Группа 49"/>
          <p:cNvGrpSpPr/>
          <p:nvPr/>
        </p:nvGrpSpPr>
        <p:grpSpPr>
          <a:xfrm rot="0">
            <a:off x="937895" y="1224280"/>
            <a:ext cx="1769110" cy="368300"/>
            <a:chOff x="2661" y="1254"/>
            <a:chExt cx="2786" cy="580"/>
          </a:xfrm>
        </p:grpSpPr>
        <p:pic>
          <p:nvPicPr>
            <p:cNvPr id="24" name="2384804F-3998-4D57-9195-F3826E402611-5" descr="wpp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61" y="1369"/>
              <a:ext cx="1893" cy="351"/>
            </a:xfrm>
            <a:prstGeom prst="rect">
              <a:avLst/>
            </a:prstGeom>
          </p:spPr>
        </p:pic>
        <p:sp>
          <p:nvSpPr>
            <p:cNvPr id="30" name="Текстовое поле 29"/>
            <p:cNvSpPr txBox="1"/>
            <p:nvPr/>
          </p:nvSpPr>
          <p:spPr>
            <a:xfrm>
              <a:off x="4411" y="1254"/>
              <a:ext cx="103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ru-RU" altLang="ru-RU" i="1"/>
                <a:t>, где</a:t>
              </a:r>
              <a:endParaRPr lang="ru-RU" altLang="ru-RU" i="1"/>
            </a:p>
          </p:txBody>
        </p:sp>
      </p:grpSp>
      <p:grpSp>
        <p:nvGrpSpPr>
          <p:cNvPr id="51" name="Группа 50"/>
          <p:cNvGrpSpPr/>
          <p:nvPr/>
        </p:nvGrpSpPr>
        <p:grpSpPr>
          <a:xfrm rot="0">
            <a:off x="489585" y="1664970"/>
            <a:ext cx="5233670" cy="1454785"/>
            <a:chOff x="381" y="1948"/>
            <a:chExt cx="8242" cy="2291"/>
          </a:xfrm>
        </p:grpSpPr>
        <p:grpSp>
          <p:nvGrpSpPr>
            <p:cNvPr id="46" name="Группа 45"/>
            <p:cNvGrpSpPr/>
            <p:nvPr/>
          </p:nvGrpSpPr>
          <p:grpSpPr>
            <a:xfrm>
              <a:off x="381" y="1948"/>
              <a:ext cx="6193" cy="580"/>
              <a:chOff x="381" y="1948"/>
              <a:chExt cx="6193" cy="580"/>
            </a:xfrm>
          </p:grpSpPr>
          <p:pic>
            <p:nvPicPr>
              <p:cNvPr id="14" name="2384804F-3998-4D57-9195-F3826E402611-1" descr="wpp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81" y="2080"/>
                <a:ext cx="1804" cy="316"/>
              </a:xfrm>
              <a:prstGeom prst="rect">
                <a:avLst/>
              </a:prstGeom>
            </p:spPr>
          </p:pic>
          <p:sp>
            <p:nvSpPr>
              <p:cNvPr id="32" name="Текстовое поле 31"/>
              <p:cNvSpPr txBox="1"/>
              <p:nvPr/>
            </p:nvSpPr>
            <p:spPr>
              <a:xfrm>
                <a:off x="2236" y="1948"/>
                <a:ext cx="433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ru-RU" i="1"/>
                  <a:t>— </a:t>
                </a:r>
                <a:r>
                  <a:rPr lang="en-US" altLang="en-US" i="1"/>
                  <a:t>искомая</a:t>
                </a:r>
                <a:r>
                  <a:rPr lang="en-US" altLang="ru-RU" i="1"/>
                  <a:t> </a:t>
                </a:r>
                <a:r>
                  <a:rPr lang="en-US" altLang="en-US" i="1"/>
                  <a:t>карта</a:t>
                </a:r>
                <a:r>
                  <a:rPr lang="en-US" altLang="ru-RU" i="1"/>
                  <a:t> </a:t>
                </a:r>
                <a:r>
                  <a:rPr lang="en-US" altLang="en-US" i="1"/>
                  <a:t>глубин</a:t>
                </a:r>
                <a:r>
                  <a:rPr lang="ru-RU" altLang="en-US" i="1"/>
                  <a:t>;</a:t>
                </a:r>
                <a:endParaRPr lang="ru-RU" altLang="en-US" i="1"/>
              </a:p>
            </p:txBody>
          </p:sp>
        </p:grpSp>
        <p:grpSp>
          <p:nvGrpSpPr>
            <p:cNvPr id="47" name="Группа 46"/>
            <p:cNvGrpSpPr/>
            <p:nvPr/>
          </p:nvGrpSpPr>
          <p:grpSpPr>
            <a:xfrm>
              <a:off x="381" y="2572"/>
              <a:ext cx="6165" cy="580"/>
              <a:chOff x="381" y="2572"/>
              <a:chExt cx="6165" cy="580"/>
            </a:xfrm>
          </p:grpSpPr>
          <p:pic>
            <p:nvPicPr>
              <p:cNvPr id="15" name="2384804F-3998-4D57-9195-F3826E402611-2" descr="wpp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81" y="2705"/>
                <a:ext cx="1839" cy="315"/>
              </a:xfrm>
              <a:prstGeom prst="rect">
                <a:avLst/>
              </a:prstGeom>
            </p:spPr>
          </p:pic>
          <p:sp>
            <p:nvSpPr>
              <p:cNvPr id="33" name="Текстовое поле 32"/>
              <p:cNvSpPr txBox="1"/>
              <p:nvPr/>
            </p:nvSpPr>
            <p:spPr>
              <a:xfrm>
                <a:off x="2236" y="2572"/>
                <a:ext cx="431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ru-RU" i="1"/>
                  <a:t>— </a:t>
                </a:r>
                <a:r>
                  <a:rPr lang="en-US" altLang="en-US" i="1"/>
                  <a:t>исходное</a:t>
                </a:r>
                <a:r>
                  <a:rPr lang="en-US" altLang="ru-RU" i="1"/>
                  <a:t> </a:t>
                </a:r>
                <a:r>
                  <a:rPr lang="en-US" altLang="en-US" i="1"/>
                  <a:t>изображение</a:t>
                </a:r>
                <a:r>
                  <a:rPr lang="ru-RU" altLang="en-US" i="1"/>
                  <a:t>;</a:t>
                </a:r>
                <a:endParaRPr lang="ru-RU" altLang="en-US" i="1"/>
              </a:p>
            </p:txBody>
          </p:sp>
        </p:grpSp>
        <p:grpSp>
          <p:nvGrpSpPr>
            <p:cNvPr id="48" name="Группа 47"/>
            <p:cNvGrpSpPr/>
            <p:nvPr/>
          </p:nvGrpSpPr>
          <p:grpSpPr>
            <a:xfrm>
              <a:off x="381" y="3153"/>
              <a:ext cx="6702" cy="580"/>
              <a:chOff x="381" y="3153"/>
              <a:chExt cx="6702" cy="580"/>
            </a:xfrm>
          </p:grpSpPr>
          <p:pic>
            <p:nvPicPr>
              <p:cNvPr id="28" name="2384804F-3998-4D57-9195-F3826E402611-3" descr="wpp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81" y="3322"/>
                <a:ext cx="268" cy="243"/>
              </a:xfrm>
              <a:prstGeom prst="rect">
                <a:avLst/>
              </a:prstGeom>
            </p:spPr>
          </p:pic>
          <p:sp>
            <p:nvSpPr>
              <p:cNvPr id="34" name="Текстовое поле 33"/>
              <p:cNvSpPr txBox="1"/>
              <p:nvPr/>
            </p:nvSpPr>
            <p:spPr>
              <a:xfrm>
                <a:off x="683" y="3153"/>
                <a:ext cx="640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ru-RU" i="1"/>
                  <a:t>—</a:t>
                </a:r>
                <a:r>
                  <a:rPr lang="en-US" altLang="en-US" i="1"/>
                  <a:t>набор</a:t>
                </a:r>
                <a:r>
                  <a:rPr lang="en-US" altLang="ru-RU" i="1"/>
                  <a:t> </a:t>
                </a:r>
                <a:r>
                  <a:rPr lang="en-US" altLang="en-US" i="1"/>
                  <a:t>параметров</a:t>
                </a:r>
                <a:r>
                  <a:rPr lang="en-US" altLang="ru-RU" i="1"/>
                  <a:t> </a:t>
                </a:r>
                <a:r>
                  <a:rPr lang="en-US" altLang="en-US" i="1"/>
                  <a:t>алгоритма</a:t>
                </a:r>
                <a:r>
                  <a:rPr lang="ru-RU" altLang="en-US" i="1"/>
                  <a:t>;</a:t>
                </a:r>
                <a:endParaRPr lang="ru-RU" altLang="en-US" i="1"/>
              </a:p>
            </p:txBody>
          </p:sp>
        </p:grpSp>
        <p:grpSp>
          <p:nvGrpSpPr>
            <p:cNvPr id="49" name="Группа 48"/>
            <p:cNvGrpSpPr/>
            <p:nvPr/>
          </p:nvGrpSpPr>
          <p:grpSpPr>
            <a:xfrm>
              <a:off x="381" y="3659"/>
              <a:ext cx="8242" cy="580"/>
              <a:chOff x="381" y="3659"/>
              <a:chExt cx="8242" cy="580"/>
            </a:xfrm>
          </p:grpSpPr>
          <p:pic>
            <p:nvPicPr>
              <p:cNvPr id="29" name="2384804F-3998-4D57-9195-F3826E402611-4" descr="wpp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81" y="3828"/>
                <a:ext cx="268" cy="243"/>
              </a:xfrm>
              <a:prstGeom prst="rect">
                <a:avLst/>
              </a:prstGeom>
            </p:spPr>
          </p:pic>
          <p:sp>
            <p:nvSpPr>
              <p:cNvPr id="35" name="Текстовое поле 34"/>
              <p:cNvSpPr txBox="1"/>
              <p:nvPr/>
            </p:nvSpPr>
            <p:spPr>
              <a:xfrm>
                <a:off x="683" y="3659"/>
                <a:ext cx="794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ru-RU" i="1"/>
                  <a:t>—</a:t>
                </a:r>
                <a:r>
                  <a:rPr lang="ru-RU" altLang="en-US" i="1"/>
                  <a:t>оператор метода восстановления глубины.</a:t>
                </a:r>
                <a:endParaRPr lang="ru-RU" altLang="en-US" i="1"/>
              </a:p>
            </p:txBody>
          </p:sp>
        </p:grpSp>
      </p:grpSp>
      <p:sp>
        <p:nvSpPr>
          <p:cNvPr id="6" name="Текстовое поле 5"/>
          <p:cNvSpPr txBox="1"/>
          <p:nvPr/>
        </p:nvSpPr>
        <p:spPr>
          <a:xfrm>
            <a:off x="277495" y="601980"/>
            <a:ext cx="7769225" cy="752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 b="1"/>
              <a:t>Найти </a:t>
            </a:r>
            <a:r>
              <a:rPr lang="en-US" altLang="en-US"/>
              <a:t>функци</a:t>
            </a:r>
            <a:r>
              <a:rPr lang="ru-RU" altLang="en-US"/>
              <a:t>ю</a:t>
            </a:r>
            <a:r>
              <a:rPr lang="en-US" altLang="ru-RU"/>
              <a:t> </a:t>
            </a:r>
            <a:r>
              <a:rPr lang="en-US" altLang="ru-RU" i="1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ru-RU"/>
              <a:t>, </a:t>
            </a:r>
            <a:r>
              <a:rPr lang="en-US" altLang="en-US"/>
              <a:t>которая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каждой</a:t>
            </a:r>
            <a:r>
              <a:rPr lang="en-US" altLang="ru-RU"/>
              <a:t> </a:t>
            </a:r>
            <a:r>
              <a:rPr lang="en-US" altLang="en-US"/>
              <a:t>точки</a:t>
            </a:r>
            <a:r>
              <a:rPr lang="en-US" altLang="ru-RU"/>
              <a:t> </a:t>
            </a:r>
            <a:r>
              <a:rPr lang="en-US" altLang="ru-RU" i="1">
                <a:latin typeface="Times New Roman" panose="02020603050405020304" charset="0"/>
                <a:cs typeface="Times New Roman" panose="02020603050405020304" charset="0"/>
              </a:rPr>
              <a:t>(x,y)</a:t>
            </a:r>
            <a:r>
              <a:rPr lang="en-US" altLang="ru-RU"/>
              <a:t> </a:t>
            </a:r>
            <a:r>
              <a:rPr lang="en-US" altLang="en-US"/>
              <a:t>архивной</a:t>
            </a:r>
            <a:r>
              <a:rPr lang="en-US" altLang="ru-RU"/>
              <a:t> </a:t>
            </a:r>
            <a:r>
              <a:rPr lang="en-US" altLang="en-US"/>
              <a:t>фотографии</a:t>
            </a:r>
            <a:r>
              <a:rPr lang="en-US" altLang="ru-RU"/>
              <a:t> </a:t>
            </a:r>
            <a:r>
              <a:rPr lang="en-US" altLang="ru-RU" i="1">
                <a:latin typeface="Times New Roman" panose="02020603050405020304" charset="0"/>
                <a:cs typeface="Times New Roman" panose="02020603050405020304" charset="0"/>
              </a:rPr>
              <a:t>I </a:t>
            </a:r>
            <a:r>
              <a:rPr lang="en-US" altLang="en-US"/>
              <a:t>определяет</a:t>
            </a:r>
            <a:r>
              <a:rPr lang="en-US" altLang="ru-RU"/>
              <a:t> </a:t>
            </a:r>
            <a:r>
              <a:rPr lang="en-US" altLang="en-US"/>
              <a:t>соответствующее</a:t>
            </a:r>
            <a:r>
              <a:rPr lang="en-US" altLang="ru-RU"/>
              <a:t> </a:t>
            </a:r>
            <a:r>
              <a:rPr lang="en-US" altLang="en-US"/>
              <a:t>значение</a:t>
            </a:r>
            <a:r>
              <a:rPr lang="en-US" altLang="ru-RU"/>
              <a:t> </a:t>
            </a:r>
            <a:r>
              <a:rPr lang="en-US" altLang="en-US"/>
              <a:t>глубины</a:t>
            </a:r>
            <a:r>
              <a:rPr lang="en-US" altLang="ru-RU"/>
              <a:t>:</a:t>
            </a:r>
            <a:endParaRPr lang="en-US" altLang="ru-RU"/>
          </a:p>
        </p:txBody>
      </p:sp>
      <p:cxnSp>
        <p:nvCxnSpPr>
          <p:cNvPr id="10" name="Прямое соединение 9"/>
          <p:cNvCxnSpPr/>
          <p:nvPr/>
        </p:nvCxnSpPr>
        <p:spPr>
          <a:xfrm>
            <a:off x="129540" y="3089275"/>
            <a:ext cx="61760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" name="Группа 11"/>
          <p:cNvGrpSpPr/>
          <p:nvPr/>
        </p:nvGrpSpPr>
        <p:grpSpPr>
          <a:xfrm>
            <a:off x="144145" y="3094355"/>
            <a:ext cx="8185785" cy="3797300"/>
            <a:chOff x="204" y="4550"/>
            <a:chExt cx="12891" cy="5980"/>
          </a:xfrm>
        </p:grpSpPr>
        <p:grpSp>
          <p:nvGrpSpPr>
            <p:cNvPr id="13" name="Группа 12"/>
            <p:cNvGrpSpPr/>
            <p:nvPr/>
          </p:nvGrpSpPr>
          <p:grpSpPr>
            <a:xfrm rot="0">
              <a:off x="1088" y="4550"/>
              <a:ext cx="4695" cy="580"/>
              <a:chOff x="2357" y="4550"/>
              <a:chExt cx="4695" cy="580"/>
            </a:xfrm>
          </p:grpSpPr>
          <p:pic>
            <p:nvPicPr>
              <p:cNvPr id="25" name="2384804F-3998-4D57-9195-F3826E402611-8" descr="C:/Users/Asus/AppData/Local/Temp/wpp.MsBBePwpp"/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357" y="4697"/>
                <a:ext cx="3696" cy="339"/>
              </a:xfrm>
              <a:prstGeom prst="rect">
                <a:avLst/>
              </a:prstGeom>
            </p:spPr>
          </p:pic>
          <p:sp>
            <p:nvSpPr>
              <p:cNvPr id="26" name="Текстовое поле 25"/>
              <p:cNvSpPr txBox="1"/>
              <p:nvPr/>
            </p:nvSpPr>
            <p:spPr>
              <a:xfrm>
                <a:off x="6015" y="4550"/>
                <a:ext cx="10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ru-RU" altLang="ru-RU" i="1"/>
                  <a:t>, где</a:t>
                </a:r>
                <a:endParaRPr lang="ru-RU" altLang="ru-RU" i="1"/>
              </a:p>
            </p:txBody>
          </p:sp>
        </p:grpSp>
        <p:grpSp>
          <p:nvGrpSpPr>
            <p:cNvPr id="27" name="Группа 26"/>
            <p:cNvGrpSpPr/>
            <p:nvPr/>
          </p:nvGrpSpPr>
          <p:grpSpPr>
            <a:xfrm rot="0">
              <a:off x="381" y="5400"/>
              <a:ext cx="10275" cy="2186"/>
              <a:chOff x="381" y="5400"/>
              <a:chExt cx="10275" cy="2186"/>
            </a:xfrm>
          </p:grpSpPr>
          <p:grpSp>
            <p:nvGrpSpPr>
              <p:cNvPr id="31" name="Группа 30"/>
              <p:cNvGrpSpPr/>
              <p:nvPr/>
            </p:nvGrpSpPr>
            <p:grpSpPr>
              <a:xfrm>
                <a:off x="381" y="5400"/>
                <a:ext cx="10275" cy="580"/>
                <a:chOff x="381" y="5400"/>
                <a:chExt cx="10275" cy="580"/>
              </a:xfrm>
            </p:grpSpPr>
            <p:pic>
              <p:nvPicPr>
                <p:cNvPr id="36" name="2384804F-3998-4D57-9195-F3826E402611-9" descr="wpp"/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" y="5482"/>
                  <a:ext cx="3946" cy="413"/>
                </a:xfrm>
                <a:prstGeom prst="rect">
                  <a:avLst/>
                </a:prstGeom>
              </p:spPr>
            </p:pic>
            <p:sp>
              <p:nvSpPr>
                <p:cNvPr id="41" name="Текстовое поле 40"/>
                <p:cNvSpPr txBox="1"/>
                <p:nvPr/>
              </p:nvSpPr>
              <p:spPr>
                <a:xfrm>
                  <a:off x="4256" y="5400"/>
                  <a:ext cx="64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ru-RU" i="1"/>
                    <a:t> — </a:t>
                  </a:r>
                  <a:r>
                    <a:rPr lang="en-US" altLang="en-US" i="1"/>
                    <a:t>функция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предобработки</a:t>
                  </a:r>
                  <a:r>
                    <a:rPr lang="ru-RU" altLang="en-US" i="1"/>
                    <a:t>;</a:t>
                  </a:r>
                  <a:r>
                    <a:rPr lang="en-US" altLang="ru-RU" i="1"/>
                    <a:t> </a:t>
                  </a:r>
                  <a:endParaRPr lang="en-US" altLang="ru-RU" i="1"/>
                </a:p>
              </p:txBody>
            </p:sp>
          </p:grpSp>
          <p:grpSp>
            <p:nvGrpSpPr>
              <p:cNvPr id="65" name="Группа 64"/>
              <p:cNvGrpSpPr/>
              <p:nvPr/>
            </p:nvGrpSpPr>
            <p:grpSpPr>
              <a:xfrm>
                <a:off x="381" y="6037"/>
                <a:ext cx="10156" cy="1016"/>
                <a:chOff x="381" y="6037"/>
                <a:chExt cx="10156" cy="1016"/>
              </a:xfrm>
            </p:grpSpPr>
            <p:pic>
              <p:nvPicPr>
                <p:cNvPr id="66" name="2384804F-3998-4D57-9195-F3826E402611-10" descr="wpp"/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" y="6120"/>
                  <a:ext cx="4161" cy="415"/>
                </a:xfrm>
                <a:prstGeom prst="rect">
                  <a:avLst/>
                </a:prstGeom>
              </p:spPr>
            </p:pic>
            <p:sp>
              <p:nvSpPr>
                <p:cNvPr id="67" name="Текстовое поле 66"/>
                <p:cNvSpPr txBox="1"/>
                <p:nvPr/>
              </p:nvSpPr>
              <p:spPr>
                <a:xfrm>
                  <a:off x="4577" y="6037"/>
                  <a:ext cx="5960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ru-RU" i="1"/>
                    <a:t>—</a:t>
                  </a:r>
                  <a:r>
                    <a:rPr lang="en-US" altLang="en-US" i="1"/>
                    <a:t>гибридная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функция</a:t>
                  </a:r>
                  <a:r>
                    <a:rPr lang="en-US" altLang="ru-RU" i="1"/>
                    <a:t>, </a:t>
                  </a:r>
                  <a:endParaRPr lang="en-US" altLang="ru-RU" i="1"/>
                </a:p>
                <a:p>
                  <a:r>
                    <a:rPr lang="en-US" altLang="en-US" i="1"/>
                    <a:t>объединяющая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методы</a:t>
                  </a:r>
                  <a:r>
                    <a:rPr lang="en-US" altLang="ru-RU" i="1"/>
                    <a:t> MiDaS </a:t>
                  </a:r>
                  <a:r>
                    <a:rPr lang="en-US" altLang="en-US" i="1"/>
                    <a:t>и</a:t>
                  </a:r>
                  <a:r>
                    <a:rPr lang="en-US" altLang="ru-RU" i="1"/>
                    <a:t> SFS</a:t>
                  </a:r>
                  <a:r>
                    <a:rPr lang="ru-RU" altLang="en-US" i="1"/>
                    <a:t>;</a:t>
                  </a:r>
                  <a:endParaRPr lang="ru-RU" altLang="en-US" i="1"/>
                </a:p>
              </p:txBody>
            </p:sp>
          </p:grpSp>
          <p:grpSp>
            <p:nvGrpSpPr>
              <p:cNvPr id="68" name="Группа 67"/>
              <p:cNvGrpSpPr/>
              <p:nvPr/>
            </p:nvGrpSpPr>
            <p:grpSpPr>
              <a:xfrm>
                <a:off x="381" y="7006"/>
                <a:ext cx="10245" cy="580"/>
                <a:chOff x="381" y="7006"/>
                <a:chExt cx="10245" cy="580"/>
              </a:xfrm>
            </p:grpSpPr>
            <p:pic>
              <p:nvPicPr>
                <p:cNvPr id="69" name="2384804F-3998-4D57-9195-F3826E402611-11" descr="wpp"/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1" y="7090"/>
                  <a:ext cx="3750" cy="413"/>
                </a:xfrm>
                <a:prstGeom prst="rect">
                  <a:avLst/>
                </a:prstGeom>
              </p:spPr>
            </p:pic>
            <p:sp>
              <p:nvSpPr>
                <p:cNvPr id="70" name="Текстовое поле 69"/>
                <p:cNvSpPr txBox="1"/>
                <p:nvPr/>
              </p:nvSpPr>
              <p:spPr>
                <a:xfrm>
                  <a:off x="4226" y="7006"/>
                  <a:ext cx="64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ru-RU" i="1"/>
                    <a:t>— </a:t>
                  </a:r>
                  <a:r>
                    <a:rPr lang="en-US" altLang="en-US" i="1"/>
                    <a:t>функция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постобработки</a:t>
                  </a:r>
                  <a:r>
                    <a:rPr lang="ru-RU" altLang="en-US" i="1"/>
                    <a:t>.</a:t>
                  </a:r>
                  <a:endParaRPr lang="ru-RU" altLang="en-US" i="1"/>
                </a:p>
              </p:txBody>
            </p:sp>
          </p:grpSp>
        </p:grpSp>
        <p:grpSp>
          <p:nvGrpSpPr>
            <p:cNvPr id="71" name="Группа 70"/>
            <p:cNvGrpSpPr/>
            <p:nvPr/>
          </p:nvGrpSpPr>
          <p:grpSpPr>
            <a:xfrm rot="0">
              <a:off x="1594" y="7767"/>
              <a:ext cx="7271" cy="580"/>
              <a:chOff x="1344" y="7767"/>
              <a:chExt cx="7271" cy="580"/>
            </a:xfrm>
          </p:grpSpPr>
          <p:pic>
            <p:nvPicPr>
              <p:cNvPr id="72" name="2384804F-3998-4D57-9195-F3826E402611-12" descr="C:/Users/Asus/AppData/Local/Temp/wpp.iZfZuZwpp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344" y="7873"/>
                <a:ext cx="6378" cy="375"/>
              </a:xfrm>
              <a:prstGeom prst="rect">
                <a:avLst/>
              </a:prstGeom>
            </p:spPr>
          </p:pic>
          <p:sp>
            <p:nvSpPr>
              <p:cNvPr id="75" name="Текстовое поле 74"/>
              <p:cNvSpPr txBox="1"/>
              <p:nvPr/>
            </p:nvSpPr>
            <p:spPr>
              <a:xfrm>
                <a:off x="7578" y="7767"/>
                <a:ext cx="103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ru-RU" altLang="ru-RU" i="1"/>
                  <a:t>, где</a:t>
                </a:r>
                <a:endParaRPr lang="ru-RU" altLang="ru-RU" i="1"/>
              </a:p>
            </p:txBody>
          </p:sp>
        </p:grpSp>
        <p:grpSp>
          <p:nvGrpSpPr>
            <p:cNvPr id="76" name="Группа 75"/>
            <p:cNvGrpSpPr/>
            <p:nvPr/>
          </p:nvGrpSpPr>
          <p:grpSpPr>
            <a:xfrm rot="0">
              <a:off x="331" y="8540"/>
              <a:ext cx="12764" cy="1990"/>
              <a:chOff x="331" y="8540"/>
              <a:chExt cx="12764" cy="1990"/>
            </a:xfrm>
          </p:grpSpPr>
          <p:grpSp>
            <p:nvGrpSpPr>
              <p:cNvPr id="77" name="Группа 76"/>
              <p:cNvGrpSpPr/>
              <p:nvPr/>
            </p:nvGrpSpPr>
            <p:grpSpPr>
              <a:xfrm>
                <a:off x="331" y="9950"/>
                <a:ext cx="7200" cy="580"/>
                <a:chOff x="331" y="9950"/>
                <a:chExt cx="7200" cy="580"/>
              </a:xfrm>
            </p:grpSpPr>
            <p:pic>
              <p:nvPicPr>
                <p:cNvPr id="78" name="2384804F-3998-4D57-9195-F3826E402611-13" descr="C:/Users/Asus/AppData/Local/Temp/wpp.sFdaGHwpp"/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1" y="10051"/>
                  <a:ext cx="1004" cy="357"/>
                </a:xfrm>
                <a:prstGeom prst="rect">
                  <a:avLst/>
                </a:prstGeom>
              </p:spPr>
            </p:pic>
            <p:sp>
              <p:nvSpPr>
                <p:cNvPr id="79" name="Текстовое поле 78"/>
                <p:cNvSpPr txBox="1"/>
                <p:nvPr/>
              </p:nvSpPr>
              <p:spPr>
                <a:xfrm>
                  <a:off x="1131" y="9950"/>
                  <a:ext cx="64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ru-RU" i="1"/>
                    <a:t> — </a:t>
                  </a:r>
                  <a:r>
                    <a:rPr lang="en-US" altLang="en-US" i="1"/>
                    <a:t>адаптивный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весовой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коэффициент</a:t>
                  </a:r>
                  <a:r>
                    <a:rPr lang="ru-RU" altLang="en-US" i="1"/>
                    <a:t>.</a:t>
                  </a:r>
                  <a:endParaRPr lang="ru-RU" altLang="en-US" i="1"/>
                </a:p>
              </p:txBody>
            </p:sp>
          </p:grpSp>
          <p:grpSp>
            <p:nvGrpSpPr>
              <p:cNvPr id="80" name="Группа 79"/>
              <p:cNvGrpSpPr/>
              <p:nvPr/>
            </p:nvGrpSpPr>
            <p:grpSpPr>
              <a:xfrm>
                <a:off x="331" y="9312"/>
                <a:ext cx="8223" cy="580"/>
                <a:chOff x="331" y="9312"/>
                <a:chExt cx="8223" cy="580"/>
              </a:xfrm>
            </p:grpSpPr>
            <p:pic>
              <p:nvPicPr>
                <p:cNvPr id="81" name="2384804F-3998-4D57-9195-F3826E402611-14" descr="wpp"/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1" y="9453"/>
                  <a:ext cx="696" cy="298"/>
                </a:xfrm>
                <a:prstGeom prst="rect">
                  <a:avLst/>
                </a:prstGeom>
              </p:spPr>
            </p:pic>
            <p:sp>
              <p:nvSpPr>
                <p:cNvPr id="82" name="Текстовое поле 81"/>
                <p:cNvSpPr txBox="1"/>
                <p:nvPr/>
              </p:nvSpPr>
              <p:spPr>
                <a:xfrm>
                  <a:off x="985" y="9312"/>
                  <a:ext cx="7569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ru-RU" i="1"/>
                    <a:t>— </a:t>
                  </a:r>
                  <a:r>
                    <a:rPr lang="ru-RU" altLang="en-US" i="1"/>
                    <a:t>функция восстановления </a:t>
                  </a:r>
                  <a:r>
                    <a:rPr lang="en-US" altLang="en-US" i="1"/>
                    <a:t>карт</a:t>
                  </a:r>
                  <a:r>
                    <a:rPr lang="ru-RU" altLang="en-US" i="1"/>
                    <a:t>ы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деталей</a:t>
                  </a:r>
                  <a:r>
                    <a:rPr lang="ru-RU" altLang="en-US" i="1"/>
                    <a:t>;</a:t>
                  </a:r>
                  <a:endParaRPr lang="ru-RU" altLang="en-US" i="1"/>
                </a:p>
              </p:txBody>
            </p:sp>
          </p:grpSp>
          <p:grpSp>
            <p:nvGrpSpPr>
              <p:cNvPr id="83" name="Группа 82"/>
              <p:cNvGrpSpPr/>
              <p:nvPr/>
            </p:nvGrpSpPr>
            <p:grpSpPr>
              <a:xfrm>
                <a:off x="331" y="8540"/>
                <a:ext cx="12764" cy="580"/>
                <a:chOff x="331" y="8540"/>
                <a:chExt cx="12764" cy="580"/>
              </a:xfrm>
            </p:grpSpPr>
            <p:pic>
              <p:nvPicPr>
                <p:cNvPr id="84" name="2384804F-3998-4D57-9195-F3826E402611-15" descr="wpp"/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1" y="8682"/>
                  <a:ext cx="1000" cy="296"/>
                </a:xfrm>
                <a:prstGeom prst="rect">
                  <a:avLst/>
                </a:prstGeom>
              </p:spPr>
            </p:pic>
            <p:sp>
              <p:nvSpPr>
                <p:cNvPr id="85" name="Текстовое поле 84"/>
                <p:cNvSpPr txBox="1"/>
                <p:nvPr/>
              </p:nvSpPr>
              <p:spPr>
                <a:xfrm>
                  <a:off x="1275" y="8540"/>
                  <a:ext cx="1182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ru-RU" i="1"/>
                    <a:t> — </a:t>
                  </a:r>
                  <a:r>
                    <a:rPr lang="ru-RU" altLang="en-US" i="1"/>
                    <a:t>функция восстановления </a:t>
                  </a:r>
                  <a:r>
                    <a:rPr lang="en-US" altLang="en-US" i="1"/>
                    <a:t>базов</a:t>
                  </a:r>
                  <a:r>
                    <a:rPr lang="ru-RU" altLang="en-US" i="1"/>
                    <a:t>ой </a:t>
                  </a:r>
                  <a:r>
                    <a:rPr lang="en-US" altLang="en-US" i="1"/>
                    <a:t>карт</a:t>
                  </a:r>
                  <a:r>
                    <a:rPr lang="ru-RU" altLang="en-US" i="1"/>
                    <a:t>ы</a:t>
                  </a:r>
                  <a:r>
                    <a:rPr lang="en-US" altLang="ru-RU" i="1"/>
                    <a:t> </a:t>
                  </a:r>
                  <a:r>
                    <a:rPr lang="en-US" altLang="en-US" i="1"/>
                    <a:t>глубин</a:t>
                  </a:r>
                  <a:r>
                    <a:rPr lang="ru-RU" altLang="en-US" i="1"/>
                    <a:t>;</a:t>
                  </a:r>
                  <a:endParaRPr lang="ru-RU" altLang="en-US" i="1"/>
                </a:p>
              </p:txBody>
            </p:sp>
          </p:grpSp>
        </p:grpSp>
        <p:cxnSp>
          <p:nvCxnSpPr>
            <p:cNvPr id="86" name="Прямое соединение 85"/>
            <p:cNvCxnSpPr/>
            <p:nvPr/>
          </p:nvCxnSpPr>
          <p:spPr>
            <a:xfrm>
              <a:off x="204" y="7637"/>
              <a:ext cx="9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90" name="Изображение 89" descr="Диаграммки-IDEF0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05550" y="723900"/>
            <a:ext cx="5876925" cy="2733675"/>
          </a:xfrm>
          <a:prstGeom prst="rect">
            <a:avLst/>
          </a:prstGeom>
        </p:spPr>
      </p:pic>
      <p:pic>
        <p:nvPicPr>
          <p:cNvPr id="91" name="Изображение 90" descr="Диаграммки-IDEF0А1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604510" y="3371215"/>
            <a:ext cx="6594475" cy="3084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5967095" y="6300470"/>
            <a:ext cx="258445" cy="365125"/>
          </a:xfrm>
        </p:spPr>
        <p:txBody>
          <a:bodyPr/>
          <a:p>
            <a:fld id="{6D402D8F-93B7-3947-9464-3ABBBE29D79A}" type="slidenum">
              <a:rPr lang="en-US" smtClean="0"/>
            </a:fld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987290" y="-15875"/>
            <a:ext cx="6519545" cy="1325880"/>
          </a:xfrm>
        </p:spPr>
        <p:txBody>
          <a:bodyPr>
            <a:normAutofit fontScale="90000"/>
          </a:bodyPr>
          <a:p>
            <a:pPr algn="r"/>
            <a:r>
              <a:rPr lang="ru-RU" altLang="ru-RU" dirty="0"/>
              <a:t>Построение гибридной карты глубин (А2)</a:t>
            </a:r>
            <a:endParaRPr lang="ru-RU" altLang="ru-RU" dirty="0"/>
          </a:p>
        </p:txBody>
      </p:sp>
      <p:pic>
        <p:nvPicPr>
          <p:cNvPr id="6" name="Замещающее содержимое 5" descr="Диаграммки-Извлечение глубины из  подготовленного изображения"/>
          <p:cNvPicPr>
            <a:picLocks noChangeAspect="1"/>
          </p:cNvPicPr>
          <p:nvPr>
            <p:ph idx="1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465" y="40005"/>
            <a:ext cx="5302250" cy="6789420"/>
          </a:xfrm>
          <a:prstGeom prst="rect">
            <a:avLst/>
          </a:prstGeom>
        </p:spPr>
      </p:pic>
      <p:pic>
        <p:nvPicPr>
          <p:cNvPr id="7" name="Изображение 6" descr="sfs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1055" y="2158365"/>
            <a:ext cx="6358890" cy="4507230"/>
          </a:xfrm>
          <a:prstGeom prst="rect">
            <a:avLst/>
          </a:prstGeom>
        </p:spPr>
      </p:pic>
      <p:sp>
        <p:nvSpPr>
          <p:cNvPr id="8" name="Slide Number Placeholder 2"/>
          <p:cNvSpPr>
            <a:spLocks noGrp="1"/>
          </p:cNvSpPr>
          <p:nvPr/>
        </p:nvSpPr>
        <p:spPr>
          <a:xfrm>
            <a:off x="4465123" y="6464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" name="Изображение 23" descr="primitiv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65" y="5363210"/>
            <a:ext cx="2274570" cy="1517650"/>
          </a:xfrm>
          <a:prstGeom prst="rect">
            <a:avLst/>
          </a:prstGeom>
        </p:spPr>
      </p:pic>
      <p:pic>
        <p:nvPicPr>
          <p:cNvPr id="22" name="Изображение 21" descr="depth_color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460" y="5290820"/>
            <a:ext cx="2288540" cy="1527175"/>
          </a:xfrm>
          <a:prstGeom prst="rect">
            <a:avLst/>
          </a:prstGeom>
        </p:spPr>
      </p:pic>
      <p:pic>
        <p:nvPicPr>
          <p:cNvPr id="21" name="Изображение 20" descr="norma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510" y="5307965"/>
            <a:ext cx="2288540" cy="1526540"/>
          </a:xfrm>
          <a:prstGeom prst="rect">
            <a:avLst/>
          </a:prstGeom>
        </p:spPr>
      </p:pic>
      <p:pic>
        <p:nvPicPr>
          <p:cNvPr id="20" name="Изображение 19" descr="sha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275" y="5307965"/>
            <a:ext cx="2288540" cy="1527810"/>
          </a:xfrm>
          <a:prstGeom prst="rect">
            <a:avLst/>
          </a:prstGeom>
        </p:spPr>
      </p:pic>
      <p:pic>
        <p:nvPicPr>
          <p:cNvPr id="17" name="Изображение 16" descr="Диаграммки-Оценка освещения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8890"/>
            <a:ext cx="5177155" cy="56261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01670" y="-241300"/>
            <a:ext cx="5948045" cy="1325880"/>
          </a:xfrm>
        </p:spPr>
        <p:txBody>
          <a:bodyPr/>
          <a:p>
            <a:pPr algn="ctr"/>
            <a:r>
              <a:rPr lang="ru-RU" altLang="ru-RU" dirty="0"/>
              <a:t>Алгоритм </a:t>
            </a:r>
            <a:r>
              <a:rPr lang="en-US" altLang="ru-RU" dirty="0"/>
              <a:t>SFS</a:t>
            </a:r>
            <a:endParaRPr lang="en-US" altLang="ru-RU" dirty="0"/>
          </a:p>
        </p:txBody>
      </p:sp>
      <p:pic>
        <p:nvPicPr>
          <p:cNvPr id="8" name="Изображение 7" descr="Диаграммки-Разделение альбедо и затенения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9920" y="1376045"/>
            <a:ext cx="3747770" cy="4284345"/>
          </a:xfrm>
          <a:prstGeom prst="rect">
            <a:avLst/>
          </a:prstGeom>
        </p:spPr>
      </p:pic>
      <p:pic>
        <p:nvPicPr>
          <p:cNvPr id="10" name="Изображение 9" descr="Диаграммки-Оценка нормалей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90210" y="1327150"/>
            <a:ext cx="3659505" cy="4321810"/>
          </a:xfrm>
          <a:prstGeom prst="rect">
            <a:avLst/>
          </a:prstGeom>
        </p:spPr>
      </p:pic>
      <p:pic>
        <p:nvPicPr>
          <p:cNvPr id="16" name="Изображение 15" descr="Диаграммки-Восстановление карты глубин по нормалям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18270" y="591185"/>
            <a:ext cx="3173730" cy="5052695"/>
          </a:xfrm>
          <a:prstGeom prst="rect">
            <a:avLst/>
          </a:prstGeom>
        </p:spPr>
      </p:pic>
      <p:sp>
        <p:nvSpPr>
          <p:cNvPr id="23" name="Slide Number Placeholder 2"/>
          <p:cNvSpPr>
            <a:spLocks noGrp="1"/>
          </p:cNvSpPr>
          <p:nvPr/>
        </p:nvSpPr>
        <p:spPr>
          <a:xfrm>
            <a:off x="4465123" y="64643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0325"/>
            <a:ext cx="10515600" cy="1325563"/>
          </a:xfrm>
        </p:spPr>
        <p:txBody>
          <a:bodyPr/>
          <a:lstStyle/>
          <a:p>
            <a:pPr algn="ctr"/>
            <a:r>
              <a:rPr lang="ru-RU" altLang="en-US" dirty="0"/>
              <a:t>Структура ПО</a:t>
            </a:r>
            <a:endParaRPr lang="ru-RU" altLang="en-US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59385" y="5875020"/>
            <a:ext cx="1238885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ru-RU" sz="1600" b="1"/>
              <a:t>Язык программирования</a:t>
            </a:r>
            <a:r>
              <a:rPr lang="ru-RU" sz="1600"/>
              <a:t> </a:t>
            </a:r>
            <a:r>
              <a:rPr sz="1600">
                <a:sym typeface="+mn-ea"/>
              </a:rPr>
              <a:t>—</a:t>
            </a:r>
            <a:r>
              <a:rPr lang="ru-RU" sz="1600">
                <a:sym typeface="+mn-ea"/>
              </a:rPr>
              <a:t> </a:t>
            </a:r>
            <a:r>
              <a:rPr lang="en-US" sz="1600">
                <a:sym typeface="+mn-ea"/>
              </a:rPr>
              <a:t>Python.</a:t>
            </a:r>
            <a:endParaRPr lang="en-US" altLang="ru-RU" sz="1600"/>
          </a:p>
        </p:txBody>
      </p:sp>
      <p:pic>
        <p:nvPicPr>
          <p:cNvPr id="4" name="Замещающее содержимое 3" descr="Диаграммки-схема ПО"/>
          <p:cNvPicPr>
            <a:picLocks noChangeAspect="1"/>
          </p:cNvPicPr>
          <p:nvPr>
            <p:ph idx="1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805" y="1265555"/>
            <a:ext cx="11361420" cy="4134485"/>
          </a:xfrm>
          <a:prstGeom prst="rect">
            <a:avLst/>
          </a:prstGeom>
        </p:spPr>
      </p:pic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780718" y="6356350"/>
            <a:ext cx="2743200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1770"/>
            <a:ext cx="10515600" cy="1325563"/>
          </a:xfrm>
        </p:spPr>
        <p:txBody>
          <a:bodyPr>
            <a:normAutofit fontScale="90000"/>
          </a:bodyPr>
          <a:p>
            <a:pPr algn="ctr"/>
            <a:r>
              <a:rPr lang="en-US" altLang="en-US"/>
              <a:t>Этапы</a:t>
            </a:r>
            <a:r>
              <a:rPr lang="en-US" altLang="ru-RU"/>
              <a:t> </a:t>
            </a:r>
            <a:r>
              <a:rPr lang="en-US" altLang="en-US"/>
              <a:t>исследования</a:t>
            </a:r>
            <a:r>
              <a:rPr lang="en-US" altLang="ru-RU"/>
              <a:t> </a:t>
            </a:r>
            <a:r>
              <a:rPr lang="en-US" altLang="en-US"/>
              <a:t>точности</a:t>
            </a:r>
            <a:r>
              <a:rPr lang="en-US" altLang="ru-RU"/>
              <a:t> </a:t>
            </a:r>
            <a:r>
              <a:rPr lang="ru-RU" altLang="en-US"/>
              <a:t>восстановленной карты глубин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103505" y="1520190"/>
            <a:ext cx="7914640" cy="3584575"/>
          </a:xfrm>
        </p:spPr>
        <p:txBody>
          <a:bodyPr>
            <a:normAutofit fontScale="90000" lnSpcReduction="10000"/>
          </a:bodyPr>
          <a:p>
            <a:pPr marL="514350" indent="-514350" algn="l">
              <a:buClrTx/>
              <a:buSzTx/>
              <a:buFont typeface="+mj-lt"/>
              <a:buAutoNum type="arabicPeriod"/>
            </a:pPr>
            <a:r>
              <a:rPr lang="en-US" altLang="en-US"/>
              <a:t>Подготовка </a:t>
            </a:r>
            <a:r>
              <a:rPr lang="ru-RU" altLang="en-US"/>
              <a:t>исходных данных </a:t>
            </a:r>
            <a:r>
              <a:rPr>
                <a:sym typeface="+mn-ea"/>
              </a:rPr>
              <a:t>— </a:t>
            </a:r>
            <a:r>
              <a:rPr lang="ru-RU" altLang="en-US"/>
              <a:t>изображение и эталонная карта глубин</a:t>
            </a:r>
            <a:r>
              <a:rPr lang="en-US" altLang="en-US"/>
              <a:t>.</a:t>
            </a:r>
            <a:endParaRPr lang="en-US" altLang="en-US"/>
          </a:p>
          <a:p>
            <a:pPr marL="514350" indent="-514350" algn="l">
              <a:buClrTx/>
              <a:buSzTx/>
              <a:buFont typeface="+mj-lt"/>
              <a:buAutoNum type="arabicPeriod"/>
            </a:pPr>
            <a:r>
              <a:rPr lang="en-US" altLang="en-US"/>
              <a:t>Моделирование эффектов старения </a:t>
            </a:r>
            <a:r>
              <a:rPr>
                <a:sym typeface="+mn-ea"/>
              </a:rPr>
              <a:t>— </a:t>
            </a:r>
            <a:r>
              <a:rPr lang="ru-RU" altLang="en-US"/>
              <a:t>п</a:t>
            </a:r>
            <a:r>
              <a:rPr lang="en-US" altLang="en-US"/>
              <a:t>рименение пяти типов эффектов к исходным изображениям (сепия, виньетирование, шум, выцветание</a:t>
            </a:r>
            <a:r>
              <a:rPr lang="en-US" altLang="en-US"/>
              <a:t>, пятна).</a:t>
            </a:r>
            <a:endParaRPr lang="en-US" altLang="en-US"/>
          </a:p>
          <a:p>
            <a:pPr marL="514350" indent="-514350" algn="l">
              <a:buClrTx/>
              <a:buSzTx/>
              <a:buFont typeface="+mj-lt"/>
              <a:buAutoNum type="arabicPeriod"/>
            </a:pPr>
            <a:r>
              <a:rPr lang="en-US" altLang="en-US"/>
              <a:t>Вычисление карты </a:t>
            </a:r>
            <a:r>
              <a:rPr lang="ru-RU" altLang="en-US"/>
              <a:t>глубин </a:t>
            </a:r>
            <a:r>
              <a:rPr>
                <a:sym typeface="+mn-ea"/>
              </a:rPr>
              <a:t>— </a:t>
            </a:r>
            <a:r>
              <a:rPr lang="ru-RU" altLang="en-US"/>
              <a:t>обработка изображений методом восстановления глубины</a:t>
            </a:r>
            <a:endParaRPr lang="ru-RU" altLang="en-US"/>
          </a:p>
          <a:p>
            <a:pPr marL="514350" indent="-514350">
              <a:buFont typeface="+mj-lt"/>
              <a:buAutoNum type="arabicPeriod"/>
            </a:pPr>
            <a:r>
              <a:rPr lang="en-US" altLang="en-US"/>
              <a:t>Оценка</a:t>
            </a:r>
            <a:r>
              <a:rPr lang="en-US" altLang="ru-RU"/>
              <a:t> </a:t>
            </a:r>
            <a:r>
              <a:rPr lang="en-US" altLang="en-US"/>
              <a:t>точности</a:t>
            </a:r>
            <a:r>
              <a:rPr lang="en-US" altLang="ru-RU"/>
              <a:t> </a:t>
            </a:r>
            <a:r>
              <a:rPr lang="en-US" altLang="en-US"/>
              <a:t>реконструкции</a:t>
            </a:r>
            <a:r>
              <a:rPr lang="ru-RU" altLang="en-US"/>
              <a:t> </a:t>
            </a:r>
            <a:r>
              <a:rPr>
                <a:sym typeface="+mn-ea"/>
              </a:rPr>
              <a:t>— </a:t>
            </a:r>
            <a:r>
              <a:rPr lang="ru-RU" altLang="en-US"/>
              <a:t>вычисление метрик численной оченки точности карты глубин.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402D8F-93B7-3947-9464-3ABBBE29D79A}" type="slidenum">
              <a:rPr lang="en-US" smtClean="0"/>
            </a:fld>
            <a:endParaRPr lang="en-US"/>
          </a:p>
        </p:txBody>
      </p:sp>
      <p:pic>
        <p:nvPicPr>
          <p:cNvPr id="6" name="Изображение 5" descr="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8630" y="1626235"/>
            <a:ext cx="1844675" cy="1844675"/>
          </a:xfrm>
          <a:prstGeom prst="rect">
            <a:avLst/>
          </a:prstGeom>
        </p:spPr>
      </p:pic>
      <p:pic>
        <p:nvPicPr>
          <p:cNvPr id="7" name="Изображение 6" descr="ag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3630" y="1640205"/>
            <a:ext cx="1830705" cy="1830705"/>
          </a:xfrm>
          <a:prstGeom prst="rect">
            <a:avLst/>
          </a:prstGeom>
        </p:spPr>
      </p:pic>
      <p:pic>
        <p:nvPicPr>
          <p:cNvPr id="8" name="Изображение 7" descr="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535" y="3520440"/>
            <a:ext cx="1882140" cy="1874520"/>
          </a:xfrm>
          <a:prstGeom prst="rect">
            <a:avLst/>
          </a:prstGeom>
        </p:spPr>
      </p:pic>
      <p:pic>
        <p:nvPicPr>
          <p:cNvPr id="10" name="Изображение 9" descr="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310" y="3519805"/>
            <a:ext cx="1877060" cy="1875155"/>
          </a:xfrm>
          <a:prstGeom prst="rect">
            <a:avLst/>
          </a:prstGeom>
        </p:spPr>
      </p:pic>
      <p:pic>
        <p:nvPicPr>
          <p:cNvPr id="21" name="2384804F-3998-4D57-9195-F3826E402611-16" descr="C:/Users/Asus/AppData/Local/Temp/wpp.uyaWPu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155" y="5450205"/>
            <a:ext cx="3060981" cy="816429"/>
          </a:xfrm>
          <a:prstGeom prst="rect">
            <a:avLst/>
          </a:prstGeom>
        </p:spPr>
      </p:pic>
      <p:pic>
        <p:nvPicPr>
          <p:cNvPr id="22" name="2384804F-3998-4D57-9195-F3826E402611-17" descr="C:/Users/Asus/AppData/Local/Temp/wpp.GORNdXwpp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77920" y="5520055"/>
            <a:ext cx="3855910" cy="668655"/>
          </a:xfrm>
          <a:prstGeom prst="rect">
            <a:avLst/>
          </a:prstGeom>
        </p:spPr>
      </p:pic>
      <p:sp>
        <p:nvSpPr>
          <p:cNvPr id="12" name="Текстовое поле 11"/>
          <p:cNvSpPr txBox="1"/>
          <p:nvPr/>
        </p:nvSpPr>
        <p:spPr>
          <a:xfrm>
            <a:off x="224155" y="6295390"/>
            <a:ext cx="131622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ru-RU" sz="2000">
                <a:sym typeface="+mn-ea"/>
              </a:rPr>
              <a:t> </a:t>
            </a:r>
            <a:r>
              <a:rPr lang="ru-RU" altLang="en-US" sz="2000">
                <a:sym typeface="+mn-ea"/>
              </a:rPr>
              <a:t>где </a:t>
            </a:r>
            <a:r>
              <a:rPr lang="en-US" altLang="en-US" sz="2000">
                <a:sym typeface="+mn-ea"/>
              </a:rPr>
              <a:t>n </a:t>
            </a:r>
            <a:r>
              <a:rPr sz="2000">
                <a:sym typeface="+mn-ea"/>
              </a:rPr>
              <a:t>— </a:t>
            </a:r>
            <a:r>
              <a:rPr lang="ru-RU" altLang="en-US" sz="2000">
                <a:sym typeface="+mn-ea"/>
              </a:rPr>
              <a:t>количество пикселей, </a:t>
            </a:r>
            <a:r>
              <a:rPr lang="en-US" altLang="ru-RU" sz="2000">
                <a:sym typeface="+mn-ea"/>
              </a:rPr>
              <a:t>λ = 1,2,3, </a:t>
            </a:r>
            <a:r>
              <a:rPr lang="en-US" altLang="en-US" sz="2000">
                <a:sym typeface="+mn-ea"/>
              </a:rPr>
              <a:t>соответству</a:t>
            </a:r>
            <a:r>
              <a:rPr lang="ru-RU" altLang="en-US" sz="2000">
                <a:sym typeface="+mn-ea"/>
              </a:rPr>
              <a:t>ю</a:t>
            </a:r>
            <a:r>
              <a:rPr lang="en-US" altLang="en-US" sz="2000">
                <a:sym typeface="+mn-ea"/>
              </a:rPr>
              <a:t>т</a:t>
            </a:r>
            <a:r>
              <a:rPr lang="en-US" altLang="ru-RU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отклонени</a:t>
            </a:r>
            <a:r>
              <a:rPr lang="ru-RU" altLang="en-US" sz="2000">
                <a:sym typeface="+mn-ea"/>
              </a:rPr>
              <a:t>ям</a:t>
            </a:r>
            <a:r>
              <a:rPr lang="en-US" altLang="ru-RU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в</a:t>
            </a:r>
            <a:r>
              <a:rPr lang="en-US" altLang="ru-RU" sz="2000">
                <a:sym typeface="+mn-ea"/>
              </a:rPr>
              <a:t> 25%, 56.25% </a:t>
            </a:r>
            <a:r>
              <a:rPr lang="en-US" altLang="en-US" sz="2000">
                <a:sym typeface="+mn-ea"/>
              </a:rPr>
              <a:t>и</a:t>
            </a:r>
            <a:r>
              <a:rPr lang="en-US" altLang="ru-RU" sz="2000">
                <a:sym typeface="+mn-ea"/>
              </a:rPr>
              <a:t> 95.3% </a:t>
            </a:r>
            <a:r>
              <a:rPr lang="en-US" altLang="en-US" sz="2000">
                <a:sym typeface="+mn-ea"/>
              </a:rPr>
              <a:t>соответственно.</a:t>
            </a:r>
            <a:endParaRPr lang="en-US" altLang="en-US" sz="2000">
              <a:sym typeface="+mn-ea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8147685" y="994410"/>
            <a:ext cx="1718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/>
              <a:t>Исходное</a:t>
            </a:r>
            <a:endParaRPr lang="ru-RU" altLang="ru-RU"/>
          </a:p>
          <a:p>
            <a:pPr algn="ctr"/>
            <a:r>
              <a:rPr lang="ru-RU" altLang="ru-RU"/>
              <a:t>изображение</a:t>
            </a:r>
            <a:endParaRPr lang="ru-RU" altLang="ru-RU"/>
          </a:p>
        </p:txBody>
      </p:sp>
      <p:sp>
        <p:nvSpPr>
          <p:cNvPr id="14" name="Текстовое поле 13"/>
          <p:cNvSpPr txBox="1"/>
          <p:nvPr/>
        </p:nvSpPr>
        <p:spPr>
          <a:xfrm>
            <a:off x="9995535" y="1018540"/>
            <a:ext cx="1718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/>
              <a:t>Состаренное</a:t>
            </a:r>
            <a:endParaRPr lang="ru-RU" altLang="ru-RU"/>
          </a:p>
          <a:p>
            <a:pPr algn="ctr"/>
            <a:r>
              <a:rPr lang="ru-RU" altLang="ru-RU"/>
              <a:t>изображение</a:t>
            </a:r>
            <a:endParaRPr lang="ru-RU" altLang="ru-RU"/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7922260" y="5407660"/>
            <a:ext cx="2073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/>
              <a:t>Эталонная карта глубин (</a:t>
            </a:r>
            <a:r>
              <a:rPr lang="en-US" altLang="ru-RU" i="1"/>
              <a:t>d</a:t>
            </a:r>
            <a:r>
              <a:rPr lang="en-US" altLang="ru-RU" i="1" baseline="30000"/>
              <a:t>gt</a:t>
            </a:r>
            <a:r>
              <a:rPr lang="ru-RU" altLang="ru-RU"/>
              <a:t>)</a:t>
            </a:r>
            <a:endParaRPr lang="ru-RU" altLang="ru-RU"/>
          </a:p>
        </p:txBody>
      </p:sp>
      <p:sp>
        <p:nvSpPr>
          <p:cNvPr id="16" name="Текстовое поле 15"/>
          <p:cNvSpPr txBox="1"/>
          <p:nvPr/>
        </p:nvSpPr>
        <p:spPr>
          <a:xfrm>
            <a:off x="10106025" y="5423535"/>
            <a:ext cx="18954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ru-RU"/>
              <a:t>Вычисленная карта глубин (</a:t>
            </a:r>
            <a:r>
              <a:rPr lang="en-US" altLang="ru-RU" i="1"/>
              <a:t>d</a:t>
            </a:r>
            <a:r>
              <a:rPr lang="en-US" altLang="ru-RU" i="1" baseline="30000"/>
              <a:t>calc</a:t>
            </a:r>
            <a:r>
              <a:rPr lang="ru-RU" altLang="ru-RU"/>
              <a:t>)</a:t>
            </a:r>
            <a:endParaRPr lang="ru-RU" altLang="ru-RU"/>
          </a:p>
        </p:txBody>
      </p:sp>
      <p:sp>
        <p:nvSpPr>
          <p:cNvPr id="17" name="Текстовое поле 16"/>
          <p:cNvSpPr txBox="1"/>
          <p:nvPr/>
        </p:nvSpPr>
        <p:spPr>
          <a:xfrm>
            <a:off x="224155" y="47669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С</a:t>
            </a:r>
            <a:r>
              <a:rPr lang="en-US" altLang="en-US"/>
              <a:t>реднеквадратичное</a:t>
            </a:r>
            <a:r>
              <a:rPr lang="en-US" altLang="ru-RU"/>
              <a:t> </a:t>
            </a:r>
            <a:r>
              <a:rPr lang="en-US" altLang="en-US"/>
              <a:t>отклонение</a:t>
            </a:r>
            <a:r>
              <a:rPr lang="en-US" altLang="ru-RU"/>
              <a:t> </a:t>
            </a:r>
            <a:r>
              <a:rPr lang="en-US" altLang="en-US"/>
              <a:t>результата</a:t>
            </a:r>
            <a:r>
              <a:rPr lang="ru-RU" altLang="en-US"/>
              <a:t>:</a:t>
            </a:r>
            <a:endParaRPr lang="ru-RU" altLang="en-US"/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3747770" y="4775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Пороговая относительная точность:</a:t>
            </a:r>
            <a:endParaRPr lang="ru-RU" altLang="en-US"/>
          </a:p>
        </p:txBody>
      </p:sp>
      <p:sp>
        <p:nvSpPr>
          <p:cNvPr id="19" name="Slide Number Placeholder 2"/>
          <p:cNvSpPr>
            <a:spLocks noGrp="1"/>
          </p:cNvSpPr>
          <p:nvPr/>
        </p:nvSpPr>
        <p:spPr>
          <a:xfrm>
            <a:off x="4780718" y="65297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4415" y="130810"/>
            <a:ext cx="6055995" cy="3070225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" y="1661160"/>
            <a:ext cx="5398770" cy="296672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767466" y="6356350"/>
            <a:ext cx="2743200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  <p:sp>
        <p:nvSpPr>
          <p:cNvPr id="8" name="Заголовок 7"/>
          <p:cNvSpPr/>
          <p:nvPr>
            <p:ph type="title"/>
          </p:nvPr>
        </p:nvSpPr>
        <p:spPr>
          <a:xfrm>
            <a:off x="64770" y="42545"/>
            <a:ext cx="6023610" cy="1325880"/>
          </a:xfrm>
        </p:spPr>
        <p:txBody>
          <a:bodyPr>
            <a:noAutofit/>
          </a:bodyPr>
          <a:p>
            <a:r>
              <a:rPr lang="ru-RU" altLang="ru-RU" sz="3200"/>
              <a:t>Зависимость точности восстановления от качества исходного изображения</a:t>
            </a:r>
            <a:endParaRPr lang="ru-RU" altLang="ru-RU" sz="3200"/>
          </a:p>
        </p:txBody>
      </p:sp>
      <p:pic>
        <p:nvPicPr>
          <p:cNvPr id="20" name="Изображение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990" y="3492500"/>
            <a:ext cx="5875655" cy="3365500"/>
          </a:xfrm>
          <a:prstGeom prst="rect">
            <a:avLst/>
          </a:prstGeom>
        </p:spPr>
      </p:pic>
      <p:sp>
        <p:nvSpPr>
          <p:cNvPr id="23" name="Текстовое поле 22"/>
          <p:cNvSpPr txBox="1"/>
          <p:nvPr/>
        </p:nvSpPr>
        <p:spPr>
          <a:xfrm>
            <a:off x="7099300" y="136525"/>
            <a:ext cx="46539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/>
              <a:t> </a:t>
            </a:r>
            <a:r>
              <a:rPr lang="en-US" altLang="en-US"/>
              <a:t>Сравнение</a:t>
            </a:r>
            <a:r>
              <a:rPr lang="en-US" altLang="ru-RU"/>
              <a:t> </a:t>
            </a:r>
            <a:r>
              <a:rPr lang="en-US" altLang="en-US"/>
              <a:t>методов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метрике</a:t>
            </a:r>
            <a:r>
              <a:rPr lang="en-US" altLang="ru-RU"/>
              <a:t> RMSE </a:t>
            </a:r>
            <a:r>
              <a:rPr lang="en-US" altLang="en-US"/>
              <a:t>при</a:t>
            </a:r>
            <a:r>
              <a:rPr lang="en-US" altLang="ru-RU"/>
              <a:t> </a:t>
            </a:r>
            <a:r>
              <a:rPr lang="en-US" altLang="en-US"/>
              <a:t>различных</a:t>
            </a:r>
            <a:r>
              <a:rPr lang="en-US" altLang="ru-RU"/>
              <a:t> </a:t>
            </a:r>
            <a:r>
              <a:rPr lang="en-US" altLang="en-US"/>
              <a:t>уровнях</a:t>
            </a:r>
            <a:r>
              <a:rPr lang="en-US" altLang="ru-RU"/>
              <a:t> </a:t>
            </a:r>
            <a:r>
              <a:rPr lang="en-US" altLang="en-US"/>
              <a:t>деградации</a:t>
            </a:r>
            <a:r>
              <a:rPr lang="ru-RU" altLang="en-US"/>
              <a:t> изображения</a:t>
            </a:r>
            <a:endParaRPr lang="ru-RU" altLang="en-US"/>
          </a:p>
        </p:txBody>
      </p:sp>
      <p:sp>
        <p:nvSpPr>
          <p:cNvPr id="24" name="Текстовое поле 23"/>
          <p:cNvSpPr txBox="1"/>
          <p:nvPr/>
        </p:nvSpPr>
        <p:spPr>
          <a:xfrm>
            <a:off x="7049135" y="2847340"/>
            <a:ext cx="4862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ru-RU"/>
              <a:t> </a:t>
            </a:r>
            <a:r>
              <a:rPr lang="en-US" altLang="en-US"/>
              <a:t>Сравнение</a:t>
            </a:r>
            <a:r>
              <a:rPr lang="en-US" altLang="ru-RU"/>
              <a:t> </a:t>
            </a:r>
            <a:r>
              <a:rPr lang="en-US" altLang="en-US"/>
              <a:t>методов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метрике</a:t>
            </a:r>
            <a:r>
              <a:rPr lang="en-US" altLang="ru-RU"/>
              <a:t>  δλ </a:t>
            </a:r>
            <a:r>
              <a:rPr lang="en-US" altLang="en-US"/>
              <a:t>при</a:t>
            </a:r>
            <a:r>
              <a:rPr lang="en-US" altLang="ru-RU"/>
              <a:t> </a:t>
            </a:r>
            <a:r>
              <a:rPr lang="en-US" altLang="en-US"/>
              <a:t>различных</a:t>
            </a:r>
            <a:r>
              <a:rPr lang="en-US" altLang="ru-RU"/>
              <a:t> </a:t>
            </a:r>
            <a:r>
              <a:rPr lang="en-US" altLang="en-US"/>
              <a:t>уровнях</a:t>
            </a:r>
            <a:r>
              <a:rPr lang="en-US" altLang="ru-RU"/>
              <a:t> </a:t>
            </a:r>
            <a:r>
              <a:rPr lang="en-US" altLang="en-US"/>
              <a:t>деградации</a:t>
            </a:r>
            <a:r>
              <a:rPr lang="ru-RU" altLang="en-US"/>
              <a:t> изображения</a:t>
            </a:r>
            <a:endParaRPr lang="ru-RU" altLang="en-US"/>
          </a:p>
        </p:txBody>
      </p:sp>
      <p:sp>
        <p:nvSpPr>
          <p:cNvPr id="25" name="Текстовое поле 24"/>
          <p:cNvSpPr txBox="1"/>
          <p:nvPr/>
        </p:nvSpPr>
        <p:spPr>
          <a:xfrm>
            <a:off x="469900" y="171545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sz="1600"/>
              <a:t>Влияние эффектов </a:t>
            </a:r>
            <a:r>
              <a:rPr lang="ru-RU" sz="1600"/>
              <a:t>со</a:t>
            </a:r>
            <a:r>
              <a:rPr sz="1600"/>
              <a:t>стар</a:t>
            </a:r>
            <a:r>
              <a:rPr lang="ru-RU" sz="1600"/>
              <a:t>ива</a:t>
            </a:r>
            <a:r>
              <a:rPr sz="1600"/>
              <a:t>ния на </a:t>
            </a:r>
            <a:r>
              <a:rPr lang="ru-RU" sz="1600"/>
              <a:t>качество восстановления предложенным методом</a:t>
            </a:r>
            <a:endParaRPr lang="ru-RU" sz="160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51130" y="464820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— структурные изменения (шум, виньетирование) оказывают наибольшее негативное влияние (26.8–42.4% увеличения RMSE); </a:t>
            </a:r>
            <a:endParaRPr sz="1600"/>
          </a:p>
          <a:p>
            <a:r>
              <a:rPr sz="1600"/>
              <a:t>— цветовая деградация (сепия, выцветание) влияет минимально (0.26 1.6%); </a:t>
            </a:r>
            <a:endParaRPr sz="1600"/>
          </a:p>
          <a:p>
            <a:r>
              <a:rPr sz="1600"/>
              <a:t>— локальные искажения (пятна и царапины) демонстрируют промежуточный эффект между структурными и цветовыми изменениями (около 10.2%).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Цель работы достигнута </a:t>
            </a:r>
            <a:r>
              <a:rPr lang="en-US" altLang="ru-RU" i="1">
                <a:sym typeface="+mn-ea"/>
              </a:rPr>
              <a:t>—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разработа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н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метод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восстановления</a:t>
            </a:r>
            <a:endParaRPr lang="en-US" alt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глубины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архивных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фотографий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 по закраске изображения</a:t>
            </a: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  <a:sym typeface="+mn-ea"/>
              </a:rPr>
              <a:t>.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Для ее достижения были выполнены следующие задачи: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была проанализирована предметная область;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был разработан метод прогнозирования задержки рейсов в соответствии с поставленной задачей;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был реализован предложенный метод ;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arenR"/>
            </a:pPr>
            <a:r>
              <a:rPr 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была оценена точность результатов прогнозирования по ключевым метрикам.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67466" y="6356350"/>
            <a:ext cx="2743200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Направления развития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асширение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функциональности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для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построения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полных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трехмерных моделей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на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основе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одиночных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архивных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фотографий.</a:t>
            </a:r>
            <a:endParaRPr lang="en-US" alt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нтеграция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с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системами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дополненной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виртуальной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реальности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для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создания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интерактивных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исторических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реконструкций</a:t>
            </a: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alt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азработка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специализированных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алгоритмов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предварительной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реставрации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изображений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оптимизированных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для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последующего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восстановления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глубины</a:t>
            </a:r>
            <a:r>
              <a:rPr lang="en-US" altLang="ru-RU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  <a:endParaRPr lang="en-US" alt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67466" y="6356350"/>
            <a:ext cx="2743200" cy="365125"/>
          </a:xfrm>
        </p:spPr>
        <p:txBody>
          <a:bodyPr/>
          <a:lstStyle/>
          <a:p>
            <a:pPr algn="ctr"/>
            <a:fld id="{6D402D8F-93B7-3947-9464-3ABBBE29D79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31*417"/>
  <p:tag name="TABLE_ENDDRAG_RECT" val="18*71*931*41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xNi4wNzE0Mjg1NzE0Mjg1NyxcIndpZHRoXCI6OTAuMTc4NTcxNDI4NTcxNDJ9IiwKCSJMYXRleCIgOiAiRCA6IFxcbWF0aGJie1J9XjIgXFx0byBcXG1hdGhiYntSfSIsCgkiTGF0ZXhJbWdCYXNlNjQiIDogIlBITjJaeUI0Yld4dWN6MGlhSFIwY0RvdkwzZDNkeTUzTXk1dmNtY3ZNakF3TUM5emRtY2lJSGRwWkhSb1BTSXhNUzQxTXpObGVDSWdhR1ZwWjJoMFBTSXlMakF5TldWNElpQnliMnhsUFNKcGJXY2lJR1p2WTNWellXSnNaVDBpWm1Gc2MyVWlJSFpwWlhkQ2IzZzlJakFnTFRnNE15NDVJRFV3T1RjdU55QTRPVFF1T1NJZ2VHMXNibk02ZUd4cGJtczlJbWgwZEhBNkx5OTNkM2N1ZHpNdWIzSm5MekU1T1RrdmVHeHBibXNpSUdGeWFXRXRhR2xrWkdWdVBTSjBjblZsSWlCemRIbHNaVDBpZG1WeWRHbGpZV3d0WVd4cFoyNDZJQzB3TGpBeU5XVjRPeUJ0WVhndGQybGtkR2c2SURrNEpUc2lQanhrWldaelBqeHdZWFJvSUdsa1BTSk5TbGd0TWkxVVJWZ3RTUzB4UkRRek55SWdaRDBpVFRJNE55QTJNamhSTWpnM0lEWXpOU0F5TXpBZ05qTTNVVEl3TnlBMk16Y2dNakF3SURZek9GUXhPVE1nTmpRM1VURTVNeUEyTlRVZ01UazNJRFkyTjFReU1EUWdOamd5VVRJd05pQTJPRE1nTkRBeklEWTRNMUUxTnpBZ05qZ3lJRFU1TUNBMk9ESlVOak13SURZM05sRTNNRElnTmpVNUlEYzFNaUExT1RkVU9EQXpJRFF6TVZFNE1ETWdNamMxSURZNU5pQXhOVEZVTkRRMElETk1ORE13SURGTU1qTTJJREJJTVRJMVNEY3lVVFE0SURBZ05ERWdNbFF6TXlBeE1WRXpNeUF4TXlBek5pQXlOVkUwTUNBME1TQTBOQ0EwTTFRMk55QTBObEU1TkNBME5pQXhNamNnTkRsUk1UUXhJRFV5SURFME5pQTJNVkV4TkRrZ05qVWdNakU0SURNek9WUXlPRGNnTmpJNFdrMDNNRE1nTkRZNVVUY3dNeUExTURjZ05qa3lJRFV6TjFRMk5qWWdOVGcwVkRZeU9TQTJNVE5VTlRrd0lEWXlPVlExTlRVZ05qTTJVVFUxTXlBMk16WWdOVFF4SURZek5sUTFNVElnTmpNMlZEUTNPU0EyTXpkSU5ETTJVVE01TWlBMk16Y2dNemcySURZeU4xRXpPRFFnTmpJeklETXhNeUF6TXpsVU1qUXlJRFV5VVRJME1pQTBPQ0F5TlRNZ05EaFVNek13SURRM1VUTXpOU0EwTnlBek5Ea2dORGRVTXpjeklEUTJVVFE1T1NBME5pQTFPREVnTVRJNFVUWXhOeUF4TmpRZ05qUXdJREl4TWxRMk9ETWdNek01VkRjd015QTBOamxhSWk4K1BIQmhkR2dnYVdROUlrMUtXQzB5TFZSRldDMU9MVE5CSWlCa1BTSk5OemdnTXpjd1VUYzRJRE01TkNBNU5TQTBNVEpVTVRNNElEUXpNRkV4TmpJZ05ETXdJREU0TUNBME1UUlVNVGs1SURNM01WRXhPVGtnTXpRMklERTRNaUF6TWpoVU1UTTVJRE14TUZRNU5pQXpNamRVTnpnZ016Y3dXazAzT0NBMk1GRTNPQ0E0TkNBNU5TQXhNREpVTVRNNElERXlNRkV4TmpJZ01USXdJREU0TUNBeE1EUlVNVGs1SURZeFVURTVPU0F6TmlBeE9ESWdNVGhVTVRNNUlEQlVPVFlnTVRkVU56Z2dOakJhSWk4K1BIQmhkR2dnYVdROUlrMUtXQzB5TFZSRldDMUVMVEl4TVVRaUlHUTlJazB4TnlBMk5qVlJNVGNnTmpjeUlESTRJRFk0TTBneU1qRlJOREUxSURZNE1TQTBNemtnTmpjM1VUUTJNU0EyTnpNZ05EZ3hJRFkyTjFRMU1UWWdOalUwVkRVME5DQTJNemxVTlRZMklEWXlNMVExT0RRZ05qQTNWRFU1TnlBMU9USlVOakEzSURVM09GUTJNVFFnTlRZMVZEWXhPQ0ExTlRSTU5qSXhJRFUwT0ZFMk1qWWdOVE13SURZeU5pQTBPVGRSTmpJMklEUTBOeUEyTVRNZ05ERTVVVFUzT0NBek5EZ2dORGN6SURNeU5rdzBOVFVnTXpJeFVUUTJNaUF6TVRBZ05EY3pJREk1TWxRMU1UY2dNakkyVkRVM09DQXhOREZVTmpNM0lEY3lWRFk0TmlBek5WRTNNRFVnTXpBZ056QTFJREUyVVRjd05TQTNJRFk1TXlBdE1VZzFNVEJSTlRBeklEWWdOREEwSURFMU9Vd3pNRFlnTXpFd1NESTJPRll4T0ROUk1qY3dJRFkzSURJM01TQTFPVkV5TnpRZ05ESWdNamt4SURNNFVUSTVOU0F6TnlBek1Ua2dNelZSTXpRMElETTFJRE0xTXlBeU9GRXpOaklnTVRjZ016VXpJRE5NTXpRMklDMHhTREk0VVRFMklEVWdNVFlnTVRaUk1UWWdNelVnTlRVZ016VlJPVFlnTXpnZ01UQXhJRFV5VVRFd05pQTJNQ0F4TURZZ016UXhWREV3TVNBMk16SlJPVFVnTmpRMUlEVTFJRFkwT0ZFeE55QTJORGdnTVRjZ05qWTFXazB5TkRFZ016VlJNak00SURReUlESXpOeUEwTlZReU16VWdOemhVTWpNeklERTJNMVF5TXpNZ016TTNWall5TVV3eU16Y2dOak0xVERJME5DQTJORGhJTVRNelVURXpOaUEyTkRFZ01UTTNJRFl6T0ZReE16a2dOakF6VkRFME1TQTFNVGRVTVRReElETTBNVkV4TkRFZ01UTXhJREUwTUNBNE9WUXhNelFnTXpkUk1UTXpJRE0ySURFek15QXpOVWd5TkRGYVRUUTFOeUEwT1RaUk5EVTNJRFUwTUNBME5Ea2dOVGN3VkRReU5TQTJNVFZVTkRBd0lEWXpORlF6TnpjZ05qUXpVVE0zTkNBMk5ETWdNek01SURZME9GRXpNREFnTmpRNElESTRNU0EyTXpWUk1qY3hJRFl5T0NBeU56QWdOakV3VkRJMk9DQTBPREZXTXpRMlNESTRORkV6TWpjZ016UTJJRE0zTlNBek5USlJOREl4SURNMk5DQTBNemtnTXpreVZEUTFOeUEwT1RaYVRUUTVNaUExTXpkVU5Ea3lJRFE1TmxRME9EZ2dOREkzVkRRM09DQXpPRGxVTkRZNUlETTNNVlEwTmpRZ016WXhVVFEyTkNBek5qQWdORFkxSURNMk1GRTBOamtnTXpZd0lEUTVOeUF6TnpCUk5Ua3pJRFF3TUNBMU9UTWdORGsxVVRVNU15QTFPVElnTkRjM0lEWXpNRXcwTlRjZ05qTTNURFEyTVNBMk1qWlJORGMwSURZeE1TQTBPRGdnTlRZeFVUUTVNaUExTXpjZ05Ea3lJRFE1TmxwTk5EWTBJREkwTTFFME1URWdNekUzSURReE1DQXpNVGRSTkRBMElETXhOeUEwTURFZ016RTFVVE00TkNBek1UVWdNemN3SURNeE1rZ3pORFpNTlRJMklETTFTRFl4T1V3Mk1EWWdOVEJSTlRVeklERXdPU0EwTmpRZ01qUXpXaUl2UGp4d1lYUm9JR2xrUFNKTlNsZ3RNaTFVUlZndFRpMHpNaUlnWkQwaVRURXdPU0EwTWpsUk9ESWdOREk1SURZMklEUTBOMVExTUNBME9URlJOVEFnTlRZeUlERXdNeUEyTVRSVU1qTTFJRFkyTmxFek1qWWdOalkySURNNE55QTJNVEJVTkRRNUlEUTJOVkUwTkRrZ05ESXlJRFF5T1NBek9ETlVNemd4SURNeE5WUXpNREVnTWpReFVUSTJOU0F5TVRBZ01qQXhJREUwT1V3eE5ESWdPVE5NTWpFNElEa3lVVE0zTlNBNU1pQXpPRFVnT1RkUk16a3lJRGs1SURRd09TQXhPRFpXTVRnNVNEUTBPVll4T0RaUk5EUTRJREU0TXlBME16WWdPVFZVTkRJeElETldNRWcxTUZZeE9WWXpNVkUxTUNBek9DQTFOaUEwTmxRNE5pQTRNVkV4TVRVZ01URXpJREV6TmlBeE16ZFJNVFExSURFME55QXhOekFnTVRjMFZESXdOQ0F5TVRGVU1qTXpJREkwTkZReU5qRWdNamM0VkRJNE5DQXpNRGhVTXpBMUlETTBNRlF6TWpBZ016WTVWRE16TXlBME1ERlVNelF3SURRek1WUXpORE1nTkRZMFVUTTBNeUExTWpjZ016QTVJRFUzTTFReU1USWdOakU1VVRFM09TQTJNVGtnTVRVMElEWXdNbFF4TVRrZ05UWTVWREV3T1NBMU5UQlJNVEE1SURVME9TQXhNVFFnTlRRNVVURXpNaUExTkRrZ01UVXhJRFV6TlZReE56QWdORGc1VVRFM01DQTBOalFnTVRVMElEUTBOMVF4TURrZ05ESTVXaUl2UGp4d1lYUm9JR2xrUFNKTlNsZ3RNaTFVUlZndFRpMHlNVGt5SWlCa1BTSk5OVFlnTWpNM1ZEVTJJREkxTUZRM01DQXlOekJJT0RNMVVUY3hPU0F6TlRjZ05qa3lJRFE1TTFFMk9USWdORGswSURZNU1pQTBPVFpVTmpreElEUTVPVkUyT1RFZ05URXhJRGN3T0NBMU1URklOekV4VVRjeU1DQTFNVEVnTnpJeklEVXhNRlEzTWprZ05UQTJWRGN6TWlBME9UZFVOek0xSURRNE1WUTNORE1nTkRVMlVUYzJOU0F6T0RrZ09ERTJJRE16TmxRNU16VWdNall4VVRrME5DQXlOVGdnT1RRMElESTFNRkU1TkRRZ01qUTBJRGt6T1NBeU5ERlVPVEUxSURJek1WUTROemNnTWpFeVVUZ3pOaUF4T0RZZ09EQTJJREUxTWxRM05qRWdPRFZVTnpRd0lETTFWRGN6TWlBMFVUY3pNQ0F0TmlBM01qY2dMVGhVTnpFeElDMHhNVkUyT1RFZ0xURXhJRFk1TVNBd1VUWTVNU0EzSURZNU5pQXlOVkUzTWpnZ01UVXhJRGd6TlNBeU16QklOekJSTlRZZ01qTTNJRFUySURJMU1Gb2lMejQ4TDJSbFpuTStQR2NnYzNSeWIydGxQU0pqZFhKeVpXNTBRMjlzYjNJaUlHWnBiR3c5SW1OMWNuSmxiblJEYjJ4dmNpSWdjM1J5YjJ0bExYZHBaSFJvUFNJd0lpQjBjbUZ1YzJadmNtMDlJbk5qWVd4bEtERXNMVEVwSWo0OFp5QmtZWFJoTFcxdGJDMXViMlJsUFNKdFlYUm9JajQ4WnlCa1lYUmhMVzF0YkMxdWIyUmxQU0p0YVNJK1BIVnpaU0JrWVhSaExXTTlJakZFTkRNM0lpQjRiR2x1YXpwb2NtVm1QU0lqVFVwWUxUSXRWRVZZTFVrdE1VUTBNemNpTHo0OEwyYytQR2NnWkdGMFlTMXRiV3d0Ym05a1pUMGliVzhpSUhSeVlXNXpabTl5YlQwaWRISmhibk5zWVhSbEtERXhNRFV1T0N3d0tTSStQSFZ6WlNCa1lYUmhMV005SWpOQklpQjRiR2x1YXpwb2NtVm1QU0lqVFVwWUxUSXRWRVZZTFU0dE0wRWlMejQ4TDJjK1BHY2daR0YwWVMxdGJXd3RibTlrWlQwaWJYTjFjQ0lnZEhKaGJuTm1iM0p0UFNKMGNtRnVjMnhoZEdVb01UWTJNUzQyTERBcElqNDhaeUJrWVhSaExXMXRiQzF1YjJSbFBTSlVaVmhCZEc5dElpQmtZWFJoTFcxcWVDMTBaWGhqYkdGemN6MGlUMUpFSWo0OFp5QmtZWFJoTFcxdGJDMXViMlJsUFNKdGFTSStQSFZ6WlNCa1lYUmhMV005SWpJeE1VUWlJSGhzYVc1ck9taHlaV1k5SWlOTlNsZ3RNaTFVUlZndFJDMHlNVEZFSWk4K1BDOW5Qand2Wno0OFp5QmtZWFJoTFcxdGJDMXViMlJsUFNKdGJpSWdkSEpoYm5ObWIzSnRQU0owY21GdWMyeGhkR1VvTnpVMUxEUXhNeWtnYzJOaGJHVW9NQzQzTURjcElqNDhkWE5sSUdSaGRHRXRZejBpTXpJaUlIaHNhVzVyT21oeVpXWTlJaU5OU2xndE1pMVVSVmd0VGkwek1pSXZQand2Wno0OEwyYytQR2NnWkdGMFlTMXRiV3d0Ym05a1pUMGliVzhpSUhSeVlXNXpabTl5YlQwaWRISmhibk5zWVhSbEtETXdPVGN1T1N3d0tTSStQSFZ6WlNCa1lYUmhMV005SWpJeE9USWlJSGhzYVc1ck9taHlaV1k5SWlOTlNsZ3RNaTFVUlZndFRpMHlNVGt5SWk4K1BDOW5QanhuSUdSaGRHRXRiVzFzTFc1dlpHVTlJbFJsV0VGMGIyMGlJR1JoZEdFdGJXcDRMWFJsZUdOc1lYTnpQU0pQVWtRaUlIUnlZVzV6Wm05eWJUMGlkSEpoYm5Oc1lYUmxLRFF6TnpVdU55d3dLU0krUEdjZ1pHRjBZUzF0Yld3dGJtOWtaVDBpYldraVBqeDFjMlVnWkdGMFlTMWpQU0l5TVRGRUlpQjRiR2x1YXpwb2NtVm1QU0lqVFVwWUxUSXRWRVZZTFVRdE1qRXhSQ0l2UGp3dlp6NDhMMmMrUEM5blBqd3ZaejQ4TDNOMlp6ND0iLAoJIlJlYWxWaWV3U2l6ZUpzb24iIDogIntcImhlaWdodFwiOjMxNyxcIndpZHRoXCI6MTgwNH0iCn0K"/>
    </extobj>
    <extobj name="2384804F-3998-4D57-9195-F3826E402611-2">
      <extobjdata type="2384804F-3998-4D57-9195-F3826E402611" data="ewoJIkltZ1NldHRpbmdKc29uIiA6ICJ7XCJoZWlnaHRcIjoxNi4wNzE0Mjg1NzE0Mjg1NyxcIndpZHRoXCI6OTEuOTY0Mjg1NzE0Mjg1NzF9IiwKCSJMYXRleCIgOiAiSSA6IFxcbWF0aGJie1J9XjIgXFx0byBcXG1hdGhiYntSfV4zIiwKCSJMYXRleEltZ0Jhc2U2NCIgOiAiUEhOMlp5QjRiV3h1Y3owaWFIUjBjRG92TDNkM2R5NTNNeTV2Y21jdk1qQXdNQzl6ZG1jaUlIZHBaSFJvUFNJeE1TNDNPRGhsZUNJZ2FHVnBaMmgwUFNJeUxqQXlOV1Y0SWlCeWIyeGxQU0pwYldjaUlHWnZZM1Z6WVdKc1pUMGlabUZzYzJVaUlIWnBaWGRDYjNnOUlqQWdMVGc0TXk0NUlEVXlNVEF1TWlBNE9UUXVPU0lnZUcxc2JuTTZlR3hwYm1zOUltaDBkSEE2THk5M2QzY3Vkek11YjNKbkx6RTVPVGt2ZUd4cGJtc2lJR0Z5YVdFdGFHbGtaR1Z1UFNKMGNuVmxJaUJ6ZEhsc1pUMGlkbVZ5ZEdsallXd3RZV3hwWjI0NklDMHdMakF5TldWNE95QnRZWGd0ZDJsa2RHZzZJRGs0SlRzaVBqeGtaV1p6UGp4d1lYUm9JR2xrUFNKTlNsZ3RNaTFVUlZndFNTMHhSRFF6UXlJZ1pEMGlUVFF6SURGUk1qWWdNU0F5TmlBeE1GRXlOaUF4TWlBeU9TQXlORkV6TkNBME15QXpPU0EwTlZFME1pQTBOaUExTkNBME5rZzJNRkV4TWpBZ05EWWdNVE0ySURVelVURXpOeUExTXlBeE16Z2dOVFJSTVRReklEVTJJREUwT1NBM04xUXhPVGdnTWpjelVUSXhNQ0F6TVRnZ01qRTJJRE0wTkZFeU9EWWdOakkwSURJNE5pQTJNalpSTWpnMElEWXpNQ0F5T0RRZ05qTXhVVEkzTkNBMk16Y2dNakV6SURZek4wZ3hPVE5STVRnMElEWTBNeUF4T0RrZ05qWXlVVEU1TXlBMk56Y2dNVGsxSURZNE1GUXlNRGtnTmpnelNESXhNMUV5T0RVZ05qZ3hJRE0xT1NBMk9ERlJORGd4SURZNE1TQTBPRGNnTmpnelNEUTVOMUUxTURRZ05qYzJJRFV3TkNBMk56SlVOVEF4SURZMU5WUTBPVFFnTmpNNVVUUTVNU0EyTXpjZ05EY3hJRFl6TjFFME5EQWdOak0zSURRd055QTJNelJSTXpreklEWXpNU0F6T0RnZ05qSXpVVE00TVNBMk1Ea2dNek0zSURRek1sRXpNallnTXpnMUlETXhOU0F6TkRGUk1qUTFJRFkxSURJME5TQTFPVkV5TkRVZ05USWdNalUxSURVd1ZETXdOeUEwTmtnek16bFJNelExSURNNElETTBOU0F6TjFRek5ESWdNVGxSTXpNNElEWWdNek15SURCSU16RTJVVEkzT1NBeUlERTNPU0F5VVRFME15QXlJREV4TXlBeVZEWTFJREpVTkRNZ01Wb2lMejQ4Y0dGMGFDQnBaRDBpVFVwWUxUSXRWRVZZTFU0dE0wRWlJR1E5SWswM09DQXpOekJSTnpnZ016azBJRGsxSURReE1sUXhNemdnTkRNd1VURTJNaUEwTXpBZ01UZ3dJRFF4TkZReE9Ua2dNemN4VVRFNU9TQXpORFlnTVRneUlETXlPRlF4TXprZ016RXdWRGsySURNeU4xUTNPQ0F6TnpCYVRUYzRJRFl3VVRjNElEZzBJRGsxSURFd01sUXhNemdnTVRJd1VURTJNaUF4TWpBZ01UZ3dJREV3TkZReE9Ua2dOakZSTVRrNUlETTJJREU0TWlBeE9GUXhNemtnTUZRNU5pQXhOMVEzT0NBMk1Gb2lMejQ4Y0dGMGFDQnBaRDBpVFVwWUxUSXRWRVZZTFVRdE1qRXhSQ0lnWkQwaVRURTNJRFkyTlZFeE55QTJOeklnTWpnZ05qZ3pTREl5TVZFME1UVWdOamd4SURRek9TQTJOemRSTkRZeElEWTNNeUEwT0RFZ05qWTNWRFV4TmlBMk5UUlVOVFEwSURZek9WUTFOallnTmpJelZEVTROQ0EyTURkVU5UazNJRFU1TWxRMk1EY2dOVGM0VkRZeE5DQTFOalZVTmpFNElEVTFORXcyTWpFZ05UUTRVVFl5TmlBMU16QWdOakkySURRNU4xRTJNallnTkRRM0lEWXhNeUEwTVRsUk5UYzRJRE0wT0NBME56TWdNekkyVERRMU5TQXpNakZSTkRZeUlETXhNQ0EwTnpNZ01qa3lWRFV4TnlBeU1qWlVOVGM0SURFME1WUTJNemNnTnpKVU5qZzJJRE0xVVRjd05TQXpNQ0EzTURVZ01UWlJOekExSURjZ05qa3pJQzB4U0RVeE1GRTFNRE1nTmlBME1EUWdNVFU1VERNd05pQXpNVEJJTWpZNFZqRTRNMUV5TnpBZ05qY2dNamN4SURVNVVUSTNOQ0EwTWlBeU9URWdNemhSTWprMUlETTNJRE14T1NBek5WRXpORFFnTXpVZ016VXpJREk0VVRNMk1pQXhOeUF6TlRNZ00wd3pORFlnTFRGSU1qaFJNVFlnTlNBeE5pQXhObEV4TmlBek5TQTFOU0F6TlZFNU5pQXpPQ0F4TURFZ05USlJNVEEySURZd0lERXdOaUF6TkRGVU1UQXhJRFl6TWxFNU5TQTJORFVnTlRVZ05qUTRVVEUzSURZME9DQXhOeUEyTmpWYVRUSTBNU0F6TlZFeU16Z2dORElnTWpNM0lEUTFWREl6TlNBM09GUXlNek1nTVRZelZESXpNeUF6TXpkV05qSXhUREl6TnlBMk16Vk1NalEwSURZME9FZ3hNek5STVRNMklEWTBNU0F4TXpjZ05qTTRWREV6T1NBMk1ETlVNVFF4SURVeE4xUXhOREVnTXpReFVURTBNU0F4TXpFZ01UUXdJRGc1VkRFek5DQXpOMUV4TXpNZ016WWdNVE16SURNMVNESTBNVnBOTkRVM0lEUTVObEUwTlRjZ05UUXdJRFEwT1NBMU56QlVOREkxSURZeE5WUTBNREFnTmpNMFZETTNOeUEyTkROUk16YzBJRFkwTXlBek16a2dOalE0VVRNd01DQTJORGdnTWpneElEWXpOVkV5TnpFZ05qSTRJREkzTUNBMk1UQlVNalk0SURRNE1WWXpORFpJTWpnMFVUTXlOeUF6TkRZZ016YzFJRE0xTWxFME1qRWdNelkwSURRek9TQXpPVEpVTkRVM0lEUTVObHBOTkRreUlEVXpOMVEwT1RJZ05EazJWRFE0T0NBME1qZFVORGM0SURNNE9WUTBOamtnTXpjeFZEUTJOQ0F6TmpGUk5EWTBJRE0yTUNBME5qVWdNell3VVRRMk9TQXpOakFnTkRrM0lETTNNRkUxT1RNZ05EQXdJRFU1TXlBME9UVlJOVGt6SURVNU1pQTBOemNnTmpNd1REUTFOeUEyTXpkTU5EWXhJRFl5TmxFME56UWdOakV4SURRNE9DQTFOakZSTkRreUlEVXpOeUEwT1RJZ05EazJXazAwTmpRZ01qUXpVVFF4TVNBek1UY2dOREV3SURNeE4xRTBNRFFnTXpFM0lEUXdNU0F6TVRWUk16ZzBJRE14TlNBek56QWdNekV5U0RNME5rdzFNallnTXpWSU5qRTVURFl3TmlBMU1GRTFOVE1nTVRBNUlEUTJOQ0F5TkROYUlpOCtQSEJoZEdnZ2FXUTlJazFLV0MweUxWUkZXQzFPTFRNeUlpQmtQU0pOTVRBNUlEUXlPVkU0TWlBME1qa2dOallnTkRRM1ZEVXdJRFE1TVZFMU1DQTFOaklnTVRBeklEWXhORlF5TXpVZ05qWTJVVE15TmlBMk5qWWdNemczSURZeE1GUTBORGtnTkRZMVVUUTBPU0EwTWpJZ05ESTVJRE00TTFRek9ERWdNekUxVkRNd01TQXlOREZSTWpZMUlESXhNQ0F5TURFZ01UUTVUREUwTWlBNU0wd3lNVGdnT1RKUk16YzFJRGt5SURNNE5TQTVOMUV6T1RJZ09Ua2dOREE1SURFNE5sWXhPRGxJTkRRNVZqRTRObEUwTkRnZ01UZ3pJRFF6TmlBNU5WUTBNakVnTTFZd1NEVXdWakU1VmpNeFVUVXdJRE00SURVMklEUTJWRGcySURneFVURXhOU0F4TVRNZ01UTTJJREV6TjFFeE5EVWdNVFEzSURFM01DQXhOelJVTWpBMElESXhNVlF5TXpNZ01qUTBWREkyTVNBeU56aFVNamcwSURNd09GUXpNRFVnTXpRd1ZETXlNQ0F6TmpsVU16TXpJRFF3TVZRek5EQWdORE14VkRNME15QTBOalJSTXpReklEVXlOeUF6TURrZ05UY3pWREl4TWlBMk1UbFJNVGM1SURZeE9TQXhOVFFnTmpBeVZERXhPU0ExTmpsVU1UQTVJRFUxTUZFeE1Ea2dOVFE1SURFeE5DQTFORGxSTVRNeUlEVTBPU0F4TlRFZ05UTTFWREUzTUNBME9EbFJNVGN3SURRMk5DQXhOVFFnTkRRM1ZERXdPU0EwTWpsYUlpOCtQSEJoZEdnZ2FXUTlJazFLV0MweUxWUkZXQzFPTFRJeE9USWlJR1E5SWswMU5pQXlNemRVTlRZZ01qVXdWRGN3SURJM01FZzRNelZSTnpFNUlETTFOeUEyT1RJZ05Ea3pVVFk1TWlBME9UUWdOamt5SURRNU5sUTJPVEVnTkRrNVVUWTVNU0ExTVRFZ056QTRJRFV4TVVnM01URlJOekl3SURVeE1TQTNNak1nTlRFd1ZEY3lPU0ExTURaVU56TXlJRFE1TjFRM016VWdORGd4VkRjME15QTBOVFpSTnpZMUlETTRPU0E0TVRZZ016TTJWRGt6TlNBeU5qRlJPVFEwSURJMU9DQTVORFFnTWpVd1VUazBOQ0F5TkRRZ09UTTVJREkwTVZRNU1UVWdNak14VkRnM055QXlNVEpST0RNMklERTROaUE0TURZZ01UVXlWRGMyTVNBNE5WUTNOREFnTXpWVU56TXlJRFJSTnpNd0lDMDJJRGN5TnlBdE9GUTNNVEVnTFRFeFVUWTVNU0F0TVRFZ05qa3hJREJSTmpreElEY2dOamsySURJMVVUY3lPQ0F4TlRFZ09ETTFJREl6TUVnM01GRTFOaUF5TXpjZ05UWWdNalV3V2lJdlBqeHdZWFJvSUdsa1BTSk5TbGd0TWkxVVJWZ3RUaTB6TXlJZ1pEMGlUVEV5TnlBME5qTlJNVEF3SURRMk15QTROU0EwT0RCVU5qa2dOVEkwVVRZNUlEVTNPU0F4TVRjZ05qSXlWREl6TXlBMk5qVlJNalk0SURZMk5TQXlOemNnTmpZMFVUTTFNU0EyTlRJZ016a3dJRFl4TVZRME16QWdOVEl5VVRRek1DQTBOekFnTXprMklEUXlNVlF6TURJZ016VXdUREk1T1NBek5EaFJNams1SURNME55QXpNRGdnTXpRMVZETXpOeUF6TXpaVU16YzFJRE14TlZFME5UY2dNall5SURRMU55QXhOelZSTkRVM0lEazJJRE01TlNBek4xUXlNemdnTFRJeVVURTFPQ0F0TWpJZ01UQXdJREl4VkRReUlERXpNRkUwTWlBeE5UZ2dOakFnTVRjMVZERXdOU0F4T1ROUk1UTXpJREU1TXlBeE5URWdNVGMxVkRFMk9TQXhNekJSTVRZNUlERXhPU0F4TmpZZ01URXdWREUxT1NBNU5GUXhORGdnT0RKVU1UTTJJRGMwVkRFeU5pQTNNRlF4TVRnZ05qZE1NVEUwSURZMlVURTJOU0F5TVNBeU16Z2dNakZSTWpreklESXhJRE15TVNBM05GRXpNemdnTVRBM0lETXpPQ0F4TnpWV01UazFVVE16T0NBeU9UQWdNamMwSURNeU1sRXlOVGtnTXpJNElESXhNeUF6TWpsTU1UY3hJRE16TUV3eE5qZ2dNek15VVRFMk5pQXpNelVnTVRZMklETTBPRkV4TmpZZ016WTJJREUzTkNBek5qWlJNakF5SURNMk5pQXlNeklnTXpjeFVUSTJOaUF6TnpZZ01qazBJRFF4TTFRek1qSWdOVEkxVmpVek0xRXpNaklnTlRrd0lESTROeUEyTVRKUk1qWTFJRFl5TmlBeU5EQWdOakkyVVRJd09DQTJNallnTVRneElEWXhOVlF4TkRNZ05Ua3lWREV6TWlBMU9EQklNVE0xVVRFek9DQTFOemtnTVRReklEVTNPRlF4TlRNZ05UY3pWREUyTlNBMU5qWlVNVGMxSURVMU5WUXhPRE1nTlRRd1ZERTROaUExTWpCUk1UZzJJRFE1T0NBeE56SWdORGd4VkRFeU55QTBOak5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UXpReUlnZUd4cGJtczZhSEpsWmowaUkwMUtXQzB5TFZSRldDMUpMVEZFTkRORElpOCtQQzluUGp4bklHUmhkR0V0Ylcxc0xXNXZaR1U5SW0xdklpQjBjbUZ1YzJadmNtMDlJblJ5WVc1emJHRjBaU2czT0RFdU9Dd3dLU0krUEhWelpTQmtZWFJoTFdNOUlqTkJJaUI0YkdsdWF6cG9jbVZtUFNJalRVcFlMVEl0VkVWWUxVNHRNMEVpTHo0OEwyYytQR2NnWkdGMFlTMXRiV3d0Ym05a1pUMGliWE4xY0NJZ2RISmhibk5tYjNKdFBTSjBjbUZ1YzJ4aGRHVW9NVE16Tnk0MkxEQXBJajQ4WnlCa1lYUmhMVzF0YkMxdWIyUmxQU0pVWlZoQmRHOXRJaUJrWVhSaExXMXFlQzEwWlhoamJHRnpjejBpVDFKRUlqNDhaeUJrWVhSaExXMXRiQzF1YjJSbFBTSnRhU0krUEhWelpTQmtZWFJoTFdNOUlqSXhNVVFpSUhoc2FXNXJPbWh5WldZOUlpTk5TbGd0TWkxVVJWZ3RSQzB5TVRGRUlpOCtQQzluUGp3dlp6NDhaeUJrWVhSaExXMXRiQzF1YjJSbFBTSnRiaUlnZEhKaGJuTm1iM0p0UFNKMGNtRnVjMnhoZEdVb056VTFMRFF4TXlrZ2MyTmhiR1VvTUM0M01EY3BJajQ4ZFhObElHUmhkR0V0WXowaU16SWlJSGhzYVc1ck9taHlaV1k5SWlOTlNsZ3RNaTFVUlZndFRpMHpNaUl2UGp3dlp6NDhMMmMrUEdjZ1pHRjBZUzF0Yld3dGJtOWtaVDBpYlc4aUlIUnlZVzV6Wm05eWJUMGlkSEpoYm5Oc1lYUmxLREkzTnpNdU9Td3dLU0krUEhWelpTQmtZWFJoTFdNOUlqSXhPVElpSUhoc2FXNXJPbWh5WldZOUlpTk5TbGd0TWkxVVJWZ3RUaTB5TVRreUlpOCtQQzluUGp4bklHUmhkR0V0Ylcxc0xXNXZaR1U5SW0xemRYQWlJSFJ5WVc1elptOXliVDBpZEhKaGJuTnNZWFJsS0RRd05URXVOeXd3S1NJK1BHY2daR0YwWVMxdGJXd3RibTlrWlQwaVZHVllRWFJ2YlNJZ1pHRjBZUzF0YW5ndGRHVjRZMnhoYzNNOUlrOVNSQ0krUEdjZ1pHRjBZUzF0Yld3dGJtOWtaVDBpYldraVBqeDFjMlVnWkdGMFlTMWpQU0l5TVRGRUlpQjRiR2x1YXpwb2NtVm1QU0lqVFVwWUxUSXRWRVZZTFVRdE1qRXhSQ0l2UGp3dlp6NDhMMmMrUEdjZ1pHRjBZUzF0Yld3dGJtOWtaVDBpYlc0aUlIUnlZVzV6Wm05eWJUMGlkSEpoYm5Oc1lYUmxLRGMxTlN3ME1UTXBJSE5qWVd4bEtEQXVOekEzS1NJK1BIVnpaU0JrWVhSaExXTTlJak16SWlCNGJHbHVhenBvY21WbVBTSWpUVXBZTFRJdFZFVllMVTR0TXpNaUx6NDhMMmMrUEM5blBqd3ZaejQ4TDJjK1BDOXpkbWMrIiwKCSJSZWFsVmlld1NpemVKc29uIiA6ICJ7XCJoZWlnaHRcIjozMTYsXCJ3aWR0aFwiOjE4Mzl9Igp9Cg=="/>
    </extobj>
    <extobj name="2384804F-3998-4D57-9195-F3826E402611-3">
      <extobjdata type="2384804F-3998-4D57-9195-F3826E402611" data="ewoJIkltZ1NldHRpbmdKc29uIiA6ICJ7XCJoZWlnaHRcIjoxMS42MDcxNDI4NTcxNDI4NTYsXCJ3aWR0aFwiOjEzLjM5Mjg1NzE0Mjg1NzE0Mn0iLAoJIkxhdGV4IiA6ICJQIiwKCSJMYXRleEltZ0Jhc2U2NCIgOiAiUEhOMlp5QjRiV3h1Y3owaWFIUjBjRG92TDNkM2R5NTNNeTV2Y21jdk1qQXdNQzl6ZG1jaUlIZHBaSFJvUFNJeExqWTVPV1Y0SWlCb1pXbG5hSFE5SWpFdU5UUTFaWGdpSUhKdmJHVTlJbWx0WnlJZ1ptOWpkWE5oWW14bFBTSm1ZV3h6WlNJZ2RtbGxkMEp2ZUQwaU1DQXROamd6SURjMU1TQTJPRE1pSUhodGJHNXpPbmhzYVc1clBTSm9kSFJ3T2k4dmQzZDNMbmN6TG05eVp5OHhPVGs1TDNoc2FXNXJJaUJoY21saExXaHBaR1JsYmowaWRISjFaU0lnYzNSNWJHVTlJblpsY25ScFkyRnNMV0ZzYVdkdU9pQXdjSGc3SUcxaGVDMTNhV1IwYURvZ09UZ2xPeUkrUEdSbFpuTStQSEJoZEdnZ2FXUTlJazFLV0MwMExWUkZXQzFKTFRGRU5EUXpJaUJrUFNKTk1qZzNJRFl5T0ZFeU9EY2dOak0xSURJek1DQTJNemRSTWpBMklEWXpOeUF4T1RrZ05qTTRWREU1TWlBMk5EaFJNVGt5SURZME9TQXhPVFFnTmpVNVVUSXdNQ0EyTnprZ01qQXpJRFk0TVZRek9UY2dOamd6VVRVNE55QTJPRElnTmpBd0lEWTRNRkUyTmpRZ05qWTVJRGN3TnlBMk16RlVOelV4SURVek1GRTNOVEVnTkRVeklEWTROU0F6T0RsUk5qRTJJRE15TVNBMU1EY2dNekF6VVRVd01DQXpNRElnTkRBeUlETXdNVWd6TURkTU1qYzNJREU0TWxFeU5EY2dOallnTWpRM0lEVTVVVEkwTnlBMU5TQXlORGdnTlRSVU1qVTFJRFV3VkRJM01pQTBPRlF6TURVZ05EWklNek0yVVRNME1pQXpOeUF6TkRJZ016VlJNelF5SURFNUlETXpOU0ExVVRNek1DQXdJRE14T1NBd1VUTXhOaUF3SURJNE1pQXhWREU0TWlBeVVURXlNQ0F5SURnM0lESlVOVEVnTVZFek15QXhJRE16SURFeFVUTXpJREV6SURNMklESTFVVFF3SURReElEUTBJRFF6VkRZM0lEUTJVVGswSURRMklERXlOeUEwT1ZFeE5ERWdOVElnTVRRMklEWXhVVEUwT1NBMk5TQXlNVGdnTXpNNVZESTROeUEyTWpoYVRUWTBOU0ExTlRSUk5qUTFJRFUyTnlBMk5ETWdOVGMxVkRZek5DQTFPVGRVTmpBNUlEWXhPVlExTmpBZ05qTTFVVFUxTXlBMk16WWdORGd3SURZek4xRTBOak1nTmpNM0lEUTBOU0EyTXpkVU5ERTJJRFl6TmxRME1EUWdOak0yVVRNNU1TQTJNelVnTXpnMklEWXlOMUV6T0RRZ05qSXhJRE0yTnlBMU5UQlVNek15SURReE1sUXpNVFFnTXpRMFVUTXhOQ0F6TkRJZ016azFJRE0wTWtnME1EZElORE13VVRVME1pQXpORElnTlRrd0lETTVNbEUyTVRjZ05ERTVJRFl6TVNBME56RlVOalExSURVMU5Gb2lMejQ4TDJSbFpuTStQR2NnYzNSeWIydGxQU0pqZFhKeVpXNTBRMjlzYjNJaUlHWnBiR3c5SW1OMWNuSmxiblJEYjJ4dmNpSWdjM1J5YjJ0bExYZHBaSFJvUFNJd0lpQjBjbUZ1YzJadmNtMDlJbk5qWVd4bEtERXNMVEVwSWo0OFp5QmtZWFJoTFcxdGJDMXViMlJsUFNKdFlYUm9JajQ4WnlCa1lYUmhMVzF0YkMxdWIyUmxQU0p0YVNJK1BIVnpaU0JrWVhSaExXTTlJakZFTkRReklpQjRiR2x1YXpwb2NtVm1QU0lqVFVwWUxUUXRWRVZZTFVrdE1VUTBORE1pTHo0OEwyYytQQzluUGp3dlp6NDhMM04yWno0PSIsCgkiUmVhbFZpZXdTaXplSnNvbiIgOiAie1wiaGVpZ2h0XCI6MjQ0LFwid2lkdGhcIjoyNjh9Igp9Cg=="/>
    </extobj>
    <extobj name="2384804F-3998-4D57-9195-F3826E402611-4">
      <extobjdata type="2384804F-3998-4D57-9195-F3826E402611" data="ewoJIkltZ1NldHRpbmdKc29uIiA6ICJ7XCJoZWlnaHRcIjoxMS42MDcxNDI4NTcxNDI4NTYsXCJ3aWR0aFwiOjEzLjM5Mjg1NzE0Mjg1NzE0Mn0iLAoJIkxhdGV4IiA6ICJGIiwKCSJMYXRleEltZ0Jhc2U2NCIgOiAiUEhOMlp5QjRiV3h1Y3owaWFIUjBjRG92TDNkM2R5NTNNeTV2Y21jdk1qQXdNQzl6ZG1jaUlIZHBaSFJvUFNJeExqWTVOV1Y0SWlCb1pXbG5hSFE5SWpFdU5UTTRaWGdpSUhKdmJHVTlJbWx0WnlJZ1ptOWpkWE5oWW14bFBTSm1ZV3h6WlNJZ2RtbGxkMEp2ZUQwaU1DQXROamd3SURjME9TQTJPREFpSUhodGJHNXpPbmhzYVc1clBTSm9kSFJ3T2k4dmQzZDNMbmN6TG05eVp5OHhPVGs1TDNoc2FXNXJJaUJoY21saExXaHBaR1JsYmowaWRISjFaU0lnYzNSNWJHVTlJblpsY25ScFkyRnNMV0ZzYVdkdU9pQXdjSGc3SUcxaGVDMTNhV1IwYURvZ09UZ2xPeUkrUEdSbFpuTStQSEJoZEdnZ2FXUTlJazFLV0MweUxWUkZXQzFKTFRGRU5ETTVJaUJrUFNKTk5EZ2dNVkV6TVNBeElETXhJREV4VVRNeElERXpJRE0wSURJMVVUTTRJRFF4SURReUlEUXpWRFkxSURRMlVUa3lJRFEySURFeU5TQTBPVkV4TXprZ05USWdNVFEwSURZeFVURTBOaUEyTmlBeU1UVWdNelF5VkRJNE5TQTJNakpSTWpnMUlEWXlPU0F5T0RFZ05qSTVVVEkzTXlBMk16SWdNakk0SURZek5FZ3hPVGRSTVRreElEWTBNQ0F4T1RFZ05qUXlWREU1TXlBMk5UbFJNVGszSURZM05pQXlNRE1nTmpnd1NEYzBNbEUzTkRrZ05qYzJJRGMwT1NBMk5qbFJOelE1SURZMk5DQTNNellnTlRVM1ZEY3lNaUEwTkRkUk56SXdJRFEwTUNBM01ESWdORFF3U0RZNU1GRTJPRE1nTkRRMUlEWTRNeUEwTlROUk5qZ3pJRFExTkNBMk9EWWdORGMzVkRZNE9TQTFNekJSTmpnNUlEVTJNQ0EyT0RJZ05UYzVWRFkyTXlBMk1UQlVOakkySURZeU5sUTFOelVnTmpNelZEVXdNeUEyTXpSSU5EZ3dVVE01T0NBMk16TWdNemt6SURZek1WRXpPRGdnTmpJNUlETTROaUEyTWpOUk16ZzFJRFl5TWlBek5USWdORGt5VERNeU1DQXpOak5JTXpjMVVUTTNPQ0F6TmpNZ016azRJRE0yTTFRME1qWWdNelkwVkRRME9DQXpOamRVTkRjeUlETTNORlEwT0RrZ016ZzJVVFV3TWlBek9UZ2dOVEV4SURReE9WUTFNalFnTkRVM1ZEVXlPU0EwTnpWUk5UTXlJRFE0TUNBMU5EZ2dORGd3U0RVMk1GRTFOamNnTkRjMUlEVTJOeUEwTnpCUk5UWTNJRFEyTnlBMU16WWdNek01VkRVd01pQXlNRGRSTlRBd0lESXdNQ0EwT0RJZ01qQXdTRFEzTUZFME5qTWdNakEySURRMk15QXlNVEpSTkRZeklESXhOU0EwTmpnZ01qTTBWRFEzTXlBeU56UlJORGN6SURNd015QTBOVE1nTXpFd1ZETTJOQ0F6TVRkSU16QTVUREkzTnlBeE9UQlJNalExSURZMklESTBOU0EyTUZFeU5EVWdORFlnTXpNMElEUTJTRE0xT1ZFek5qVWdOREFnTXpZMUlETTVWRE0yTXlBeE9WRXpOVGtnTmlBek5UTWdNRWd6TXpaUk1qazFJRElnTVRnMUlESlJNVEl3SURJZ09EWWdNbFEwT0NBeFdpSXZQand2WkdWbWN6NDhaeUJ6ZEhKdmEyVTlJbU4xY25KbGJuUkRiMnh2Y2lJZ1ptbHNiRDBpWTNWeWNtVnVkRU52Ykc5eUlpQnpkSEp2YTJVdGQybGtkR2c5SWpBaUlIUnlZVzV6Wm05eWJUMGljMk5oYkdVb01Td3RNU2tpUGp4bklHUmhkR0V0Ylcxc0xXNXZaR1U5SW0xaGRHZ2lQanhuSUdSaGRHRXRiVzFzTFc1dlpHVTlJbTFwSWo0OGRYTmxJR1JoZEdFdFl6MGlNVVEwTXpraUlIaHNhVzVyT21oeVpXWTlJaU5OU2xndE1pMVVSVmd0U1MweFJEUXpPU0l2UGp3dlp6NDhMMmMrUEM5blBqd3ZjM1puUGc9PSIsCgkiUmVhbFZpZXdTaXplSnNvbiIgOiAie1wiaGVpZ2h0XCI6MjQzLFwid2lkdGhcIjoyNjh9Igp9Cg=="/>
    </extobj>
    <extobj name="2384804F-3998-4D57-9195-F3826E402611-5">
      <extobjdata type="2384804F-3998-4D57-9195-F3826E402611" data="ewoJIkltZ1NldHRpbmdKc29uIiA6ICJ7XCJoZWlnaHRcIjoxNy44NTcxNDI4NTcxNDI4NTQsXCJ3aWR0aFwiOjk0LjY0Mjg1NzE0Mjg1NzE0fSIsCgkiTGF0ZXgiIDogIkQgPSBGKEksIFApIiwKCSJMYXRleEltZ0Jhc2U2NCIgOiAiUEhOMlp5QjRiV3h1Y3owaWFIUjBjRG92TDNkM2R5NTNNeTV2Y21jdk1qQXdNQzl6ZG1jaUlIZHBaSFJvUFNJeE1pNHhPVEZsZUNJZ2FHVnBaMmgwUFNJeUxqSTJNbVY0SWlCeWIyeGxQU0pwYldjaUlHWnZZM1Z6WVdKc1pUMGlabUZzYzJVaUlIWnBaWGRDYjNnOUlqQWdMVGMxTUNBMU16ZzRMaklnTVRBd01DSWdlRzFzYm5NNmVHeHBibXM5SW1oMGRIQTZMeTkzZDNjdWR6TXViM0puTHpFNU9Ua3ZlR3hwYm1zaUlHRnlhV0V0YUdsa1pHVnVQU0owY25WbElpQnpkSGxzWlQwaWRtVnlkR2xqWVd3dFlXeHBaMjQ2SUMwd0xqVTJObVY0T3lCdFlYZ3RkMmxrZEdnNklEazRKVHNpUGp4a1pXWnpQanh3WVhSb0lHbGtQU0pOU2xndE1pMVVSVmd0U1MweFJEUXpOeUlnWkQwaVRUSTROeUEyTWpoUk1qZzNJRFl6TlNBeU16QWdOak0zVVRJd055QTJNemNnTWpBd0lEWXpPRlF4T1RNZ05qUTNVVEU1TXlBMk5UVWdNVGszSURZMk4xUXlNRFFnTmpneVVUSXdOaUEyT0RNZ05EQXpJRFk0TTFFMU56QWdOamd5SURVNU1DQTJPREpVTmpNd0lEWTNObEUzTURJZ05qVTVJRGMxTWlBMU9UZFVPREF6SURRek1WRTRNRE1nTWpjMUlEWTVOaUF4TlRGVU5EUTBJRE5NTkRNd0lERk1Nak0ySURCSU1USTFTRGN5VVRRNElEQWdOREVnTWxRek15QXhNVkV6TXlBeE15QXpOaUF5TlZFME1DQTBNU0EwTkNBME0xUTJOeUEwTmxFNU5DQTBOaUF4TWpjZ05EbFJNVFF4SURVeUlERTBOaUEyTVZFeE5Ea2dOalVnTWpFNElETXpPVlF5T0RjZ05qSTRXazAzTURNZ05EWTVVVGN3TXlBMU1EY2dOamt5SURVek4xUTJOallnTlRnMFZEWXlPU0EyTVROVU5Ua3dJRFl5T1ZRMU5UVWdOak0yVVRVMU15QTJNellnTlRReElEWXpObFExTVRJZ05qTTJWRFEzT1NBMk16ZElORE0yVVRNNU1pQTJNemNnTXpnMklEWXlOMUV6T0RRZ05qSXpJRE14TXlBek16bFVNalF5SURVeVVUSTBNaUEwT0NBeU5UTWdORGhVTXpNd0lEUTNVVE16TlNBME55QXpORGtnTkRkVU16Y3pJRFEyVVRRNU9TQTBOaUExT0RFZ01USTRVVFl4TnlBeE5qUWdOalF3SURJeE1sUTJPRE1nTXpNNVZEY3dNeUEwTmpsYUlpOCtQSEJoZEdnZ2FXUTlJazFLV0MweU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pMVVSVmd0U1MweFJEUXpPU0lnWkQwaVRUUTRJREZSTXpFZ01TQXpNU0F4TVZFek1TQXhNeUF6TkNBeU5WRXpPQ0EwTVNBME1pQTBNMVEyTlNBME5sRTVNaUEwTmlBeE1qVWdORGxSTVRNNUlEVXlJREUwTkNBMk1WRXhORFlnTmpZZ01qRTFJRE0wTWxReU9EVWdOakl5VVRJNE5TQTJNamtnTWpneElEWXlPVkV5TnpNZ05qTXlJREl5T0NBMk16UklNVGszVVRFNU1TQTJOREFnTVRreElEWTBNbFF4T1RNZ05qVTVVVEU1TnlBMk56WWdNakF6SURZNE1FZzNOREpSTnpRNUlEWTNOaUEzTkRrZ05qWTVVVGMwT1NBMk5qUWdOek0ySURVMU4xUTNNaklnTkRRM1VUY3lNQ0EwTkRBZ056QXlJRFEwTUVnMk9UQlJOamd6SURRME5TQTJPRE1nTkRVelVUWTRNeUEwTlRRZ05qZzJJRFEzTjFRMk9Ea2dOVE13VVRZNE9TQTFOakFnTmpneUlEVTNPVlEyTmpNZ05qRXdWRFl5TmlBMk1qWlVOVGMxSURZek0xUTFNRE1nTmpNMFNEUTRNRkV6T1RnZ05qTXpJRE01TXlBMk16RlJNemc0SURZeU9TQXpPRFlnTmpJelVUTTROU0EyTWpJZ016VXlJRFE1TWt3ek1qQWdNell6U0RNM05WRXpOemdnTXpZeklETTVPQ0F6TmpOVU5ESTJJRE0yTkZRME5EZ2dNelkzVkRRM01pQXpOelJVTkRnNUlETTRObEUxTURJZ016azRJRFV4TVNBME1UbFVOVEkwSURRMU4xUTFNamtnTkRjMVVUVXpNaUEwT0RBZ05UUTRJRFE0TUVnMU5qQlJOVFkzSURRM05TQTFOamNnTkRjd1VUVTJOeUEwTmpjZ05UTTJJRE16T1ZRMU1ESWdNakEzVVRVd01DQXlNREFnTkRneUlESXdNRWcwTnpCUk5EWXpJREl3TmlBME5qTWdNakV5VVRRMk15QXlNVFVnTkRZNElESXpORlEwTnpNZ01qYzBVVFEzTXlBek1ETWdORFV6SURNeE1GUXpOalFnTXpFM1NETXdPVXd5TnpjZ01Ua3dVVEkwTlNBMk5pQXlORFVnTmpCUk1qUTFJRFEySURNek5DQTBOa2d6TlRsUk16WTFJRFF3SURNMk5TQXpPVlF6TmpNZ01UbFJNelU1SURZZ016VXpJREJJTXpNMlVUSTVOU0F5SURFNE5TQXlVVEV5TUNBeUlEZzJJREpVTkRnZ01Wb2lMejQ4Y0dGMGFDQnBaRDBpVFVwWUxUSXRWRVZZTFU0dE1qZ2lJR1E5SWswNU5DQXlOVEJST1RRZ016RTVJREV3TkNBek9ERlVNVEkzSURRNE9GUXhOalFnTlRjMlZESXdNaUEyTkROVU1qUTBJRFk1TlZReU56Y2dOekk1VkRNd01pQTNOVEJJTXpFMVNETXhPVkV6TXpNZ056VXdJRE16TXlBM05ERlJNek16SURjek9DQXpNVFlnTnpJd1ZESTNOU0EyTmpkVU1qSTJJRFU0TVZReE9EUWdORFF6VkRFMk55QXlOVEJVTVRnMElEVTRWREl5TlNBdE9ERlVNamMwSUMweE5qZFVNekUySUMweU1qQlVNek16SUMweU5ERlJNek16SUMweU5UQWdNekU0SUMweU5UQklNekUxU0RNd01rd3lOelFnTFRJeU5sRXhPREFnTFRFME1TQXhNemNnTFRFMFZEazBJREkxTUZvaUx6NDhjR0YwYUNCcFpEMGlUVXBZTFRJdFZFVllMVWt0TVVRME0wTWlJR1E5SWswME15QXhVVEkySURFZ01qWWdNVEJSTWpZZ01USWdNamtnTWpSUk16UWdORE1nTXprZ05EVlJORElnTkRZZ05UUWdORFpJTmpCUk1USXdJRFEySURFek5pQTFNMUV4TXpjZ05UTWdNVE00SURVMFVURTBNeUExTmlBeE5Ea2dOemRVTVRrNElESTNNMUV5TVRBZ016RTRJREl4TmlBek5EUlJNamcySURZeU5DQXlPRFlnTmpJMlVUSTROQ0EyTXpBZ01qZzBJRFl6TVZFeU56UWdOak0zSURJeE15QTJNemRJTVRrelVURTROQ0EyTkRNZ01UZzVJRFkyTWxFeE9UTWdOamMzSURFNU5TQTJPREJVTWpBNUlEWTRNMGd5TVROUk1qZzFJRFk0TVNBek5Ua2dOamd4VVRRNE1TQTJPREVnTkRnM0lEWTRNMGcwT1RkUk5UQTBJRFkzTmlBMU1EUWdOamN5VkRVd01TQTJOVFZVTkRrMElEWXpPVkUwT1RFZ05qTTNJRFEzTVNBMk16ZFJORFF3SURZek55QTBNRGNnTmpNMFVUTTVNeUEyTXpFZ016ZzRJRFl5TTFFek9ERWdOakE1SURNek55QTBNekpSTXpJMklETTROU0F6TVRVZ016UXhVVEkwTlNBMk5TQXlORFVnTlRsUk1qUTFJRFV5SURJMU5TQTFNRlF6TURjZ05EWklNek01VVRNME5TQXpPQ0F6TkRVZ016ZFVNelF5SURFNVVUTXpPQ0EySURNek1pQXdTRE14TmxFeU56a2dNaUF4TnprZ01sRXhORE1nTWlBeE1UTWdNbFEyTlNBeVZEUXpJREZhSWk4K1BIQmhkR2dnYVdROUlrMUtXQzB5TFZSRldDMU9MVEpESWlCa1BTSk5OemdnTXpWVU56Z2dOakJVT1RRZ01UQXpWREV6TnlBeE1qRlJNVFkxSURFeU1TQXhPRGNnT1RaVU1qRXdJRGhSTWpFd0lDMHlOeUF5TURFZ0xUWXdWREU0TUNBdE1URTNWREUxTkNBdE1UVTRWREV6TUNBdE1UZzFWREV4TnlBdE1UazBVVEV4TXlBdE1UazBJREV3TkNBdE1UZzFWRGsxSUMweE56SlJPVFVnTFRFMk9DQXhNRFlnTFRFMU5sUXhNekVnTFRFeU5sUXhOVGNnTFRjMlZERTNNeUF0TTFZNVRERTNNaUE0VVRFM01DQTNJREUyTnlBMlZERTJNU0F6VkRFMU1pQXhWREUwTUNBd1VURXhNeUF3SURrMklERTNXaUl2UGp4d1lYUm9JR2xrUFNKTlNsZ3RNaTFVUlZndFNTMHhSRFEwTXlJZ1pEMGlUVEk0TnlBMk1qaFJNamczSURZek5TQXlNekFnTmpNM1VUSXdOaUEyTXpjZ01UazVJRFl6T0ZReE9USWdOalE0VVRFNU1pQTJORGtnTVRrMElEWTFPVkV5TURBZ05qYzVJREl3TXlBMk9ERlVNemszSURZNE0xRTFPRGNnTmpneUlEWXdNQ0EyT0RCUk5qWTBJRFkyT1NBM01EY2dOak14VkRjMU1TQTFNekJSTnpVeElEUTFNeUEyT0RVZ016ZzVVVFl4TmlBek1qRWdOVEEzSURNd00xRTFNREFnTXpBeUlEUXdNaUF6TURGSU16QTNUREkzTnlBeE9ESlJNalEzSURZMklESTBOeUExT1ZFeU5EY2dOVFVnTWpRNElEVTBWREkxTlNBMU1GUXlOeklnTkRoVU16QTFJRFEyU0RNek5sRXpORElnTXpjZ016UXlJRE0xVVRNME1pQXhPU0F6TXpVZ05WRXpNekFnTUNBek1Ua2dNRkV6TVRZZ01DQXlPRElnTVZReE9ESWdNbEV4TWpBZ01pQTROeUF5VkRVeElERlJNek1nTVNBek15QXhNVkV6TXlBeE15QXpOaUF5TlZFME1DQTBNU0EwTkNBME0xUTJOeUEwTmxFNU5DQTBOaUF4TWpjZ05EbFJNVFF4SURVeUlERTBOaUEyTVZFeE5Ea2dOalVnTWpFNElETXpPVlF5T0RjZ05qSTRXazAyTkRVZ05UVTBVVFkwTlNBMU5qY2dOalF6SURVM05WUTJNelFnTlRrM1ZEWXdPU0EyTVRsVU5UWXdJRFl6TlZFMU5UTWdOak0ySURRNE1DQTJNemRSTkRZeklEWXpOeUEwTkRVZ05qTTNWRFF4TmlBMk16WlVOREEwSURZek5sRXpPVEVnTmpNMUlETTROaUEyTWpkUk16ZzBJRFl5TVNBek5qY2dOVFV3VkRNek1pQTBNVEpVTXpFMElETTBORkV6TVRRZ016UXlJRE01TlNBek5ESklOREEzU0RRek1GRTFORElnTXpReUlEVTVNQ0F6T1RKUk5qRTNJRFF4T1NBMk16RWdORGN4VkRZME5TQTFOVFJhSWk4K1BIQmhkR2dnYVdROUlrMUtXQzB5TFZSRldDMU9MVEk1SWlCa1BTSk5OakFnTnpRNVREWTBJRGMxTUZFMk9TQTNOVEFnTnpRZ056VXdTRGcyVERFeE5DQTNNalpSTWpBNElEWTBNU0F5TlRFZ05URTBWREk1TkNBeU5UQlJNamswSURFNE1pQXlPRFFnTVRFNVZESTJNU0F4TWxReU1qUWdMVGMyVkRFNE5pQXRNVFF6VkRFME5TQXRNVGswVkRFeE15QXRNakkzVkRrd0lDMHlORFpST0RjZ0xUSTBPU0E0TmlBdE1qVXdTRGMwVVRZMklDMHlOVEFnTmpNZ0xUSTFNRlExT0NBdE1qUTNWRFUxSUMweU16aFJOVFlnTFRJek55QTJOaUF0TWpJMVVUSXlNU0F0TmpRZ01qSXhJREkxTUZRMk5pQTNNalZSTlRZZ056TTNJRFUxSURjek9GRTFOU0EzTkRZZ05qQWdOelE1V2lJdlBqd3ZaR1ZtY3o0OFp5QnpkSEp2YTJVOUltTjFjbkpsYm5SRGIyeHZjaUlnWm1sc2JEMGlZM1Z5Y21WdWRFTnZiRzl5SWlCemRISnZhMlV0ZDJsa2RHZzlJakFpSUhSeVlXNXpabTl5YlQwaWMyTmhiR1VvTVN3dE1Ta2lQanhuSUdSaGRHRXRiVzFzTFc1dlpHVTlJbTFoZEdnaVBqeG5JR1JoZEdFdGJXMXNMVzV2WkdVOUltMXBJajQ4ZFhObElHUmhkR0V0WXowaU1VUTBNemNpSUhoc2FXNXJPbWh5WldZOUlpTk5TbGd0TWkxVVJWZ3RTUzB4UkRRek55SXZQand2Wno0OFp5QmtZWFJoTFcxdGJDMXViMlJsUFNKdGJ5SWdkSEpoYm5ObWIzSnRQU0owY21GdWMyeGhkR1VvTVRFd05TNDRMREFwSWo0OGRYTmxJR1JoZEdFdFl6MGlNMFFpSUhoc2FXNXJPbWh5WldZOUlpTk5TbGd0TWkxVVJWZ3RUaTB6UkNJdlBqd3ZaejQ4WnlCa1lYUmhMVzF0YkMxdWIyUmxQU0p0YVNJZ2RISmhibk5tYjNKdFBTSjBjbUZ1YzJ4aGRHVW9NakUyTVM0MkxEQXBJajQ4ZFhObElHUmhkR0V0WXowaU1VUTBNemtpSUhoc2FXNXJPbWh5WldZOUlpTk5TbGd0TWkxVVJWZ3RTUzB4UkRRek9TSXZQand2Wno0OFp5QmtZWFJoTFcxdGJDMXViMlJsUFNKdGJ5SWdkSEpoYm5ObWIzSnRQU0owY21GdWMyeGhkR1VvTWpreE1DNDJMREFwSWo0OGRYTmxJR1JoZEdFdFl6MGlNamdpSUhoc2FXNXJPbWh5WldZOUlpTk5TbGd0TWkxVVJWZ3RUaTB5T0NJdlBqd3ZaejQ4WnlCa1lYUmhMVzF0YkMxdWIyUmxQU0p0YVNJZ2RISmhibk5tYjNKdFBTSjBjbUZ1YzJ4aGRHVW9Nekk1T1M0MkxEQXBJajQ4ZFhObElHUmhkR0V0WXowaU1VUTBNME1pSUhoc2FXNXJPbWh5WldZOUlpTk5TbGd0TWkxVVJWZ3RTUzB4UkRRelF5SXZQand2Wno0OFp5QmtZWFJoTFcxdGJDMXViMlJsUFNKdGJ5SWdkSEpoYm5ObWIzSnRQU0owY21GdWMyeGhkR1VvTXpnd015NDJMREFwSWo0OGRYTmxJR1JoZEdFdFl6MGlNa01pSUhoc2FXNXJPbWh5WldZOUlpTk5TbGd0TWkxVVJWZ3RUaTB5UXlJdlBqd3ZaejQ4WnlCa1lYUmhMVzF0YkMxdWIyUmxQU0p0YVNJZ2RISmhibk5tYjNKdFBTSjBjbUZ1YzJ4aGRHVW9OREkwT0M0eUxEQXBJajQ4ZFhObElHUmhkR0V0WXowaU1VUTBORE1pSUhoc2FXNXJPbWh5WldZOUlpTk5TbGd0TWkxVVJWZ3RTUzB4UkRRME15SXZQand2Wno0OFp5QmtZWFJoTFcxdGJDMXViMlJsUFNKdGJ5SWdkSEpoYm5ObWIzSnRQU0owY21GdWMyeGhkR1VvTkRrNU9TNHlMREFwSWo0OGRYTmxJR1JoZEdFdFl6MGlNamtpSUhoc2FXNXJPbWh5WldZOUlpTk5TbGd0TWkxVVJWZ3RUaTB5T1NJdlBqd3ZaejQ4TDJjK1BDOW5Qand2YzNablBnPT0iLAoJIlJlYWxWaWV3U2l6ZUpzb24iIDogIntcImhlaWdodFwiOjM1MSxcIndpZHRoXCI6MTg5M30iCn0K"/>
    </extobj>
    <extobj name="2384804F-3998-4D57-9195-F3826E402611-6">
      <extobjdata type="2384804F-3998-4D57-9195-F3826E402611" data="ewoJIkltZ1NldHRpbmdKc29uIiA6ICJ7XCJoZWlnaHRcIjo2NC4yODU3MTQyODU3MTQyOCxcIndpZHRoXCI6MjQ0LjY0Mjg1NzE0Mjg1NzF9IiwKCSJMYXRleCIgOiAiXFx0ZXh0e1JNU0V9ID0gXFxzcXJ0e1xcZnJhY3sxfXtufSBcXHN1bV97aT0xfV57bn0gKGRfe2l9XntcXHRleHR7cHJlZH19IC0gZF97aX1ee1xcdGV4dHtndH19KV4yfSwiLAoJIkxhdGV4SW1nQmFzZTY0IiA6ICJQSE4yWnlCNGJXeHVjejBpYUhSMGNEb3ZMM2QzZHk1M015NXZjbWN2TWpBd01DOXpkbWNpSUhkcFpIUm9QU0l6TVM0ek5URmxlQ0lnYUdWcFoyaDBQU0k0TGpJNE1XVjRJaUJ5YjJ4bFBTSnBiV2NpSUdadlkzVnpZV0pzWlQwaVptRnNjMlVpSUhacFpYZENiM2c5SWpBZ0xUSXhNek11TmlBeE16ZzFOeTR6SURNMk5qQWlJSGh0Ykc1ek9uaHNhVzVyUFNKb2RIUndPaTh2ZDNkM0xuY3pMbTl5Wnk4eE9UazVMM2hzYVc1cklpQmhjbWxoTFdocFpHUmxiajBpZEhKMVpTSWdjM1I1YkdVOUluWmxjblJwWTJGc0xXRnNhV2R1T2lBdE15NDBOVE5sZURzZ2JXRjRMWGRwWkhSb09pQTVPQ1U3SWo0OFpHVm1jejQ4Y0dGMGFDQnBaRDBpVFVwWUxUSXRWRVZZTFU0dE5USWlJR1E5SWsweE16QWdOakl5VVRFeU15QTJNamtnTVRFNUlEWXpNVlF4TURNZ05qTTBWRFl3SURZek4wZ3lOMVkyT0ROSU1qQXlTREl6Tmtnek1EQlJNemMySURZNE15QTBNVGNnTmpjM1ZEVXdNQ0EyTkRoUk5UazFJRFl3TUNBMk1Ea2dOVEUzVVRZeE1DQTFNVElnTmpFd0lEVXdNVkUyTVRBZ05EWTRJRFU1TkNBME16bFVOVFUySURNNU1sUTFNVEVnTXpZeFZEUTNNaUF6TkROTU5EVTJJRE16T0ZFME5Ua2dNek0xSURRMk55QXpNekpSTkRrM0lETXhOaUExTVRZZ01qazRWRFUwTlNBeU5UUlVOVFU1SURJeE1WUTFOamdnTVRVMVZEVTNPQ0E1TkZFMU9EZ2dORFlnTmpBeUlETXhWRFkwTUNBeE5rZzJORFZSTmpZd0lERTJJRFkzTkNBek1sUTJPVElnT0RkUk5qa3lJRGs0SURZNU5pQXhNREZVTnpFeUlERXdOVlEzTWpnZ01UQXpWRGN6TWlBNU1GRTNNeklnTlRrZ056RTJJREkzVkRZM01pQXRNVFpSTmpVMklDMHlNaUEyTXpBZ0xUSXlVVFE0TVNBdE1UWWdORFU0SURrd1VUUTFOaUF4TURFZ05EVTJJREUyTTFRME5Ea2dNalEyVVRRek1DQXpNRFFnTXpjeklETXlNRXd6TmpNZ016SXlUREk1TnlBek1qTklNak14VmpFNU1rd3lNeklnTmpGUk1qTTRJRFV4SURJME9TQTBPVlF6TURFZ05EWklNek0wVmpCSU16SXpVVE13TWlBeklERTRNU0F6VVRVNUlETWdNemdnTUVneU4xWTBOa2cyTUZFeE1ESWdORGNnTVRFeElEUTVWREV6TUNBMk1WWTJNakphVFRRNU1TQTBPVGxXTlRBNVVUUTVNU0ExTWpjZ05Ea3dJRFV6T1ZRME9ERWdOVGN3VkRRMk1pQTJNREZVTkRJMElEWXlNMVF6TmpJZ05qTTJVVE0yTUNBMk16WWdNelF3SURZek5sUXpNRFFnTmpNM1NESTRNMUV5TXpnZ05qTTNJREl6TkNBMk1qaFJNak14SURZeU5DQXlNekVnTkRreVZqTTJNRWd5T0RsUk16a3dJRE0yTUNBME16UWdNemM0VkRRNE9TQTBOVFpSTkRreElEUTJOeUEwT1RFZ05EazVXaUl2UGp4d1lYUm9JR2xrUFNKTlNsZ3RNaTFVUlZndFRpMDBSQ0lnWkQwaVRURXpNaUEyTWpKUk1USTFJRFl5T1NBeE1qRWdOak14VkRFd05TQTJNelJVTmpJZ05qTTNTREk1VmpZNE0wZ3hNelZSTWpJeElEWTRNeUF5TXpJZ05qZ3lWREkwT1NBMk56VlJNalV3SURZM05DQXpOVFFnTXprNFREUTFPQ0F4TWpSTU5UWXlJRE01T0ZFMk5qWWdOamMwSURZMk9DQTJOelZSTmpjeElEWTRNU0EyT0RNZ05qZ3lWRGM0TVNBMk9ETklPRGczVmpZek4wZzROVFJST0RFMElEWXpOaUE0TURNZ05qTTBWRGM0TlNBMk1qSldOakZSTnpreElEVXhJRGd3TWlBME9WUTROVFFnTkRaSU9EZzNWakJJT0RjMlVUZzFOU0F6SURjek5pQXpVVFl3TlNBeklEVTVOaUF3U0RVNE5WWTBOa2cyTVRoUk5qWXdJRFEzSURZMk9TQTBPVlEyT0RnZ05qRldNelEzVVRZNE9DQTBNalFnTmpnNElEUTJNVlEyT0RnZ05UUTJWRFk0T0NBMk1UTk1OamczSURZek1sRTBOVFFnTVRRZ05EVXdJRGRSTkRRMklERWdORE13SURGVU5ERXdJRGRSTkRBNUlEa2dNamt5SURNeE5rd3hOellnTmpJMFZqWXdObEV4TnpVZ05UZzRJREUzTlNBMU5ETlVNVGMxSURRMk0xUXhOelVnTXpVMlRERTNOaUE0TmxFeE9EY2dOVEFnTWpZeElEUTJTREkzT0ZZd1NESTJPVkV5TlRRZ015QXhOVFFnTTFFMU1pQXpJRE0zSURCSU1qbFdORFpJTkRaUk56Z2dORGdnT1RnZ05UWlVNVEl5SURZNVZERXpNaUE0TmxZMk1qSmFJaTgrUEhCaGRHZ2dhV1E5SWsxS1dDMHlMVlJGV0MxT0xUVXpJaUJrUFNKTk5UVWdOVEEzVVRVMUlEVTVNQ0F4TVRJZ05qUTNWREkwTXlBM01EUklNalUzVVRNME1pQTNNRFFnTkRBMUlEWTBNVXcwTWpZZ05qY3lVVFF6TVNBMk56a2dORE0ySURZNE4xUTBORFlnTnpBd1REUTBPU0EzTURSUk5EVXdJRGN3TkNBME5UTWdOekEwVkRRMU9TQTNNRFZJTkRZelVUUTJOaUEzTURVZ05EY3lJRFk1T1ZZME5qSk1ORFkySURRMU5rZzBORGhSTkRNM0lEUTFOaUEwTXpVZ05EVTVWRFF6TUNBME56bFJOREV6SURZd05TQXpNamtnTmpRMlVUSTVNaUEyTmpJZ01qVTBJRFkyTWxFeU1ERWdOall5SURFMk9DQTJNalpVTVRNMUlEVTBNbEV4TXpVZ05UQTRJREUxTWlBME9EQlVNakF3SURRek5WRXlNVEFnTkRNeElESTROaUEwTVRKVU16Y3dJRE00T1ZFME1qY2dNelkzSURRMk15QXpNVFJVTlRBd0lERTVNVkUxTURBZ01URXdJRFEwT0NBME5WUXpNREVnTFRJeFVUSTBOU0F0TWpFZ01qQXhJQzAwVkRFME1DQXlOMHd4TWpJZ05ERlJNVEU0SURNMklERXdOeUF5TVZRNE55QXROMVEzT0NBdE1qRlJOellnTFRJeUlEWTRJQzB5TWtnMk5GRTJNU0F0TWpJZ05UVWdMVEUyVmpFd01WRTFOU0F5TWpBZ05UWWdNakl5VVRVNElESXlOeUEzTmlBeU1qZElPRGxST1RVZ01qSXhJRGsxSURJeE5GRTVOU0F4T0RJZ01UQTFJREUxTVZReE16a2dPVEJVTWpBMUlEUXlWRE13TlNBeU5GRXpOVElnTWpRZ016ZzJJRFl5VkRReU1DQXhOVFZSTkRJd0lERTVPQ0F6T1RnZ01qTXpWRE0wTUNBeU9ERlJNamcwSURJNU5TQXlOallnTXpBd1VUSTJNU0F6TURFZ01qTTVJRE13TmxReU1EWWdNekUwVkRFM05DQXpNalZVTVRReElETTBNMVF4TVRJZ016WTNWRGcxSURRd01sRTFOU0EwTlRFZ05UVWdOVEEzV2lJdlBqeHdZWFJvSUdsa1BTSk5TbGd0TWkxVVJWZ3RUaTAwTlNJZ1pEMGlUVEV5T0NBMk1UbFJNVEl4SURZeU5pQXhNVGNnTmpJNFZERXdNU0EyTXpGVU5UZ2dOak0wU0RJMVZqWTRNRWcxT1RkV05qYzJVVFU1T1NBMk56QWdOakV4SURVMk1GUTJNalVnTkRRMFZqUTBNRWcxT0RWV05EUTBVVFU0TkNBME5EY2dOVGd5SURRMk5WRTFOemdnTlRBd0lEVTNNQ0ExTWpaVU5UVXpJRFUzTVZRMU1qZ2dOakF4VkRRNU9DQTJNVGxVTkRVM0lEWXlPVlEwTVRFZ05qTXpWRE0xTXlBMk16UlJNalkySURZek5DQXlOVEVnTmpNelZESXpNeUEyTWpKUk1qTXpJRFl5TWlBeU16TWdOakl4VVRJek1pQTJNVGtnTWpNeUlEUTVOMVl6TnpaSU1qZzJVVE0xT1NBek56Z2dNemMzSURNNE5WRTBNVE1nTkRBeElEUXhOaUEwTmpsUk5ERTJJRFEzTVNBME1UWWdORGN6VmpRNU0wZzBOVFpXTWpFelNEUXhObFl5TXpOUk5ERTFJREkyT0NBME1EZ2dNamc0VkRNNE15QXpNVGRVTXpRNUlETXlPRlF5T1RjZ016TXdVVEk1TUNBek16QWdNamcySURNek1FZ3lNekpXTVRrMlZqRXhORkV5TXpJZ05UY2dNak0zSURVeVVUSTBNeUEwTnlBeU9Ea2dORGRJTXpRd1NETTVNVkUwTWpnZ05EY2dORFV5SURVd1ZEVXdOU0EyTWxRMU5USWdPVEpVTlRnMElERTBObEUxT1RRZ01UY3lJRFU1T1NBeU1EQlVOakEzSURJME4xUTJNVElnTWpjd1ZqSTNNMGcyTlRKV01qY3dVVFkxTVNBeU5qY2dOak15SURFek4xUTJNVEFnTTFZd1NESTFWalEyU0RVNFVURXdNQ0EwTnlBeE1Ea2dORGxVTVRJNElEWXhWall4T1ZvaUx6NDhjR0YwYUNCcFpEMGlUVXBZTFRJ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eUxWUkZXQzFUTkMxRk1EQXhJaUJrUFNKTk56QXlJRFU0T1ZFM01EWWdOakF4SURjeE9DQTJNRFZJTVRBMk1WRXhNRGMySURVNU55QXhNRGMySURVNE5WRXhNRGMySURVM01pQXhNRFl4SURVMk5VZzNOREpXTUZFM016UWdMVEUwSURjeU5DQXRNVFJJTnpJeVNEY3lNRkUzTURnZ0xURTBJRGN3TWlBd1ZqVTRPVm9pTHo0OGNHRjBhQ0JwWkQwaVRVcFlMVEl0VkVWWUxWTTBMVEl6UWpjaUlHUTlJazAzTkRJZ0xUZzNNVkUzTkRBZ0xUZzNNeUEzTXpjZ0xUZzNObFEzTXpNZ0xUZzRNRlEzTXpBZ0xUZzRNbFEzTWpRZ0xUZzRORlEzTVRRZ0xUZzROVWczTURKTU1qSXlJRFUyT1V3eE9EQWdORGcwVVRFek9DQXpPVGtnTVRNM0lETTVPVkV4TXpFZ05EQTBJREV5TkNBME1USk1NVEV4SURReU5Vd3lOalVnTnpNMlREY3dNaUF0TlRnMlZqRTJPRXczTURNZ09USXlVVGN4TXlBNU16VWdOekl5SURrek5WRTNNelFnT1RNMUlEYzBNaUE1TWpCV0xUZzNNVm9pTHo0OGNHRjBhQ0JwWkQwaVRVcFlMVEl0VkVWWUxWTTBMVVV3TURBaUlHUTlJazAzTWpJZ0xURTBTRGN5TUZFM01EZ2dMVEUwSURjd01pQXdWak13Tmt3M01ETWdOakV5VVRjeE15QTJNalVnTnpJeUlEWXlOVkUzTXpRZ05qSTFJRGMwTWlBMk1UQldNRkUzTXpRZ0xURTBJRGN5TkNBdE1UUklOekl5V2lJdlBqeHdZWFJvSUdsa1BTSk5TbGd0TWkxVVJWZ3RUaTB6TVNJZ1pEMGlUVEl4TXlBMU56aE1NakF3SURVM00xRXhPRFlnTlRZNElERTJNQ0ExTmpOVU1UQXlJRFUxTmtnNE0xWTJNREpJTVRBeVVURTBPU0EyTURRZ01UZzVJRFl4TjFReU5EVWdOalF4VkRJM015QTJOak5STWpjMUlEWTJOaUF5T0RVZ05qWTJVVEk1TkNBMk5qWWdNekF5SURZMk1GWXpOakZNTXpBeklEWXhVVE14TUNBMU5DQXpNVFVnTlRKVU16TTVJRFE0VkRRd01TQTBOa2cwTWpkV01FZzBNVFpSTXprMUlETWdNalUzSUROUk1USXhJRE1nTVRBd0lEQklPRGhXTkRaSU1URTBVVEV6TmlBME5pQXhOVElnTkRaVU1UYzNJRFEzVkRFNU15QTFNRlF5TURFZ05USlVNakEzSURVM1ZESXhNeUEyTVZZMU56aGFJaTgrUEhCaGRHZ2dhV1E5SWsxS1dDMHlMVlJGV0MxSkxURkVORFZDSWlCa1BTSk5NakVnTWpnM1VUSXlJREk1TXlBeU5DQXpNRE5VTXpZZ016UXhWRFUySURNNE9GUTRPU0EwTWpWVU1UTTFJRFEwTWxFeE56RWdORFF5SURFNU5TQTBNalJVTWpJMUlETTVNRlF5TXpFZ016WTVVVEl6TVNBek5qY2dNak15SURNMk4wd3lORE1nTXpjNFVUTXdOQ0EwTkRJZ016Z3lJRFEwTWxFME16WWdORFF5SURRMk9TQTBNVFZVTlRBeklETXpObFEwTmpVZ01UYzVWRFF5TnlBMU1sRTBNamNnTWpZZ05EUTBJREkyVVRRMU1DQXlOaUEwTlRNZ01qZFJORGd5SURNeUlEVXdOU0EyTlZRMU5EQWdNVFExVVRVME1pQXhOVE1nTlRZd0lERTFNMUUxT0RBZ01UVXpJRFU0TUNBeE5EVlJOVGd3SURFME5DQTFOellnTVRNd1VUVTJPQ0F4TURFZ05UVTBJRGN6VkRVd09DQXhOMVEwTXprZ0xURXdVVE01TWlBdE1UQWdNemN4SURFM1ZETTFNQ0EzTTFFek5UQWdPVElnTXpnMklERTVNMVEwTWpNZ016UTFVVFF5TXlBME1EUWdNemM1SURRd05FZ3pOelJSTWpnNElEUXdOQ0F5TWprZ016QXpUREl5TWlBeU9URk1NVGc1SURFMU4xRXhOVFlnTWpZZ01UVXhJREUyVVRFek9DQXRNVEVnTVRBNElDMHhNVkU1TlNBdE1URWdPRGNnTFRWVU56WWdOMVEzTkNBeE4xRTNOQ0F6TUNBeE1USWdNVGd3VkRFMU1pQXpORE5STVRVeklETTBPQ0F4TlRNZ016WTJVVEUxTXlBME1EVWdNVEk1SURRd05WRTVNU0EwTURVZ05qWWdNekExVVRZd0lESTROU0EyTUNBeU9EUlJOVGdnTWpjNElEUXhJREkzT0VneU4xRXlNU0F5T0RRZ01qRWdNamczV2lJdlBqeHdZWFJvSUdsa1BTSk5TbGd0TWkxVVJWZ3RURTh0TWpJeE1TSWdaRDBpVFRZd0lEazBPRkUyTXlBNU5UQWdOalkxSURrMU1FZ3hNalkzVERFek1qVWdPREUxVVRFek9EUWdOamMzSURFek9EZ2dOalk1U0RFek5EaE1NVE0wTVNBMk9ETlJNVE15TUNBM01qUWdNVEk0TlNBM05qRlJNVEl6TlNBNE1Ea2dNVEUzTkNBNE16aFVNVEF6TXlBNE9ERlVPRGd5SURnNU9GUTJPVGtnT1RBeVNEVTNORWcxTkROSU1qVXhUREkxT1NBNE9URlJOekl5SURJMU9DQTNNalFnTWpVeVVUY3lOU0F5TlRBZ056STBJREkwTmxFM01qRWdNalF6SURRMk1DQXROVFpNTVRrMklDMHpOVFpSTVRrMklDMHpOVGNnTkRBM0lDMHpOVGRSTkRVNUlDMHpOVGNnTlRRNElDMHpOVGRVTmpjMklDMHpOVGhST0RFeUlDMHpOVGdnT0RrMklDMHpOVE5VTVRBMk15QXRNek15VkRFeU1EUWdMVEk0TTFReE16QTNJQzB4T1RaUk1UTXlPQ0F0TVRjd0lERXpORGdnTFRFeU5FZ3hNemc0VVRFek9EZ2dMVEV5TlNBeE16Z3hJQzB4TkRWVU1UTTFOaUF0TWpFd1ZERXpNalVnTFRJNU5Fd3hNalkzSUMwME5EbE1OalkySUMwME5UQlJOalFnTFRRMU1DQTJNU0F0TkRRNFVUVTFJQzAwTkRZZ05UVWdMVFF6T1ZFMU5TQXRORE0zSURVM0lDMDBNek5NTlRrd0lERTNOMUUxT1RBZ01UYzRJRFUxTnlBeU1qSlVORFV5SURNMk5sUXpNaklnTlRRMFREVTJJRGt3T1V3MU5TQTVNalJSTlRVZ09UUTFJRFl3SURrME9Gb2lMejQ4Y0dGMGFDQnBaRDBpVFVwWUxUSXRWRVZZTFVrdE1VUTBOVFlpSUdROUlrMHhPRFFnTmpBd1VURTROQ0EyTWpRZ01qQXpJRFkwTWxReU5EY2dOall4VVRJMk5TQTJOakVnTWpjM0lEWTBPVlF5T1RBZ05qRTVVVEk1TUNBMU9UWWdNamN3SURVM04xUXlNallnTlRVM1VUSXhNU0ExTlRjZ01UazRJRFUyTjFReE9EUWdOakF3V2sweU1TQXlPRGRSTWpFZ01qazFJRE13SURNeE9GUTFOQ0F6TmpsVU9UZ2dOREl3VkRFMU9DQTBOREpSTVRrM0lEUTBNaUF5TWpNZ05ERTVWREkxTUNBek5UZFJNalV3SURNME1DQXlNellnTXpBeFZERTVOaUF4T1RaVU1UVTBJRGd6VVRFME9TQTJNU0F4TkRrZ05URlJNVFE1SURJMklERTJOaUF5TmxFeE56VWdNallnTVRnMUlESTVWREl3T0NBME0xUXlNelVnTnpoVU1qWXdJREV6TjFFeU5qTWdNVFE1SURJMk5TQXhOVEZVTWpneUlERTFNMUV6TURJZ01UVXpJRE13TWlBeE5ETlJNekF5SURFek5TQXlPVE1nTVRFeVZESTJPQ0EyTVZReU1qTWdNVEZVTVRZeElDMHhNVkV4TWprZ0xURXhJREV3TWlBeE1GUTNOQ0EzTkZFM05DQTVNU0EzT1NBeE1EWlVNVEl5SURJeU1GRXhOakFnTXpJeElERTJOaUF6TkRGVU1UY3pJRE00TUZFeE56TWdOREEwSURFMU5pQTBNRFJJTVRVMFVURXlOQ0EwTURRZ09Ua2dNemN4VkRZeElESTROMUUyTUNBeU9EWWdOVGtnTWpnMFZEVTRJREk0TVZRMU5pQXlOemxVTlRNZ01qYzRWRFE1SURJM09GUTBNU0F5TnpoSU1qZFJNakVnTWpnMElESXhJREk0TjFvaUx6NDhjR0YwYUNCcFpEMGlUVXBZTFRJdFZFVllMVTR0TWpnaUlHUTlJazA1TkNBeU5UQlJPVFFnTXpFNUlERXdOQ0F6T0RGVU1USTNJRFE0T0ZReE5qUWdOVGMyVkRJd01pQTJORE5VTWpRMElEWTVOVlF5TnpjZ056STVWRE13TWlBM05UQklNekUxU0RNeE9WRXpNek1nTnpVd0lETXpNeUEzTkRGUk16TXpJRGN6T0NBek1UWWdOekl3VkRJM05TQTJOamRVTWpJMklEVTRNVlF4T0RRZ05EUXpWREUyTnlBeU5UQlVNVGcwSURVNFZESXlOU0F0T0RGVU1qYzBJQzB4TmpkVU16RTJJQzB5TWpCVU16TXpJQzB5TkRGUk16TXpJQzB5TlRBZ016RTRJQzB5TlRCSU16RTFTRE13TWt3eU56UWdMVEl5TmxFeE9EQWdMVEUwTVNBeE16Y2dMVEUwVkRrMElESTFNRm9pTHo0OGNHRjBhQ0JwWkQwaVRVcFlMVEl0VkVWWUxVa3RNVVEwTlRFaUlHUTlJazB6TmpZZ05qZ3pVVE0yTnlBMk9ETWdORE00SURZNE9GUTFNVEVnTmprMFVUVXlNeUEyT1RRZ05USXpJRFk0TmxFMU1qTWdOamM1SURRMU1DQXpPRFJVTXpjMUlEZ3pWRE0zTkNBMk9GRXpOelFnTWpZZ05EQXlJREkyVVRReE1TQXlOeUEwTWpJZ016VlJORFF6SURVMUlEUTJNeUF4TXpGUk5EWTVJREUxTVNBME56TWdNVFV5VVRRM05TQXhOVE1nTkRneklERTFNMGcwT0RkSU5Ea3hVVFV3TmlBeE5UTWdOVEEySURFME5WRTFNRFlnTVRRd0lEVXdNeUF4TWpsUk5Ea3dJRGM1SURRM015QTBPRlEwTkRVZ09GUTBNVGNnTFRoUk5EQTVJQzB4TUNBek9UTWdMVEV3VVRNMU9TQXRNVEFnTXpNMklEVlVNekEySURNMlRETXdNQ0ExTVZFeU9Ua2dOVElnTWprMklEVXdVVEk1TkNBME9DQXlPVElnTkRaUk1qTXpJQzB4TUNBeE56SWdMVEV3VVRFeE55QXRNVEFnTnpVZ016QlVNek1nTVRVM1VUTXpJREl3TlNBMU15QXlOVFZVTVRBeElETTBNVkV4TkRnZ016azRJREU1TlNBME1qQlVNamd3SURRME1sRXpNellnTkRReUlETTJOQ0EwTURCUk16WTVJRE01TkNBek5qa2dNemsyVVRNM01DQTBNREFnTXprMklEVXdOVlEwTWpRZ05qRTJVVFF5TkNBMk1qa2dOREUzSURZek1sUXpOemdnTmpNM1NETTFOMUV6TlRFZ05qUXpJRE0xTVNBMk5EVlVNelV6SURZMk5GRXpOVGdnTmpneklETTJOaUEyT0ROYVRUTTFNaUF6TWpaUk16STVJRFF3TlNBeU56Y2dOREExVVRJME1pQTBNRFVnTWpFd0lETTNORlF4TmpBZ01qa3pVVEV6TVNBeU1UUWdNVEU1SURFeU9WRXhNVGtnTVRJMklERXhPU0F4TVRoVU1URTRJREV3TmxFeE1UZ2dOakVnTVRNMklEUTBWREUzT1NBeU5sRXlNek1nTWpZZ01qa3dJRGs0VERJNU9DQXhNRGxNTXpVeUlETXlObG9pTHo0OGNHRjBhQ0JwWkQwaVRVcFlMVEl0VkVWWUxVNHROekFpSUdROUlrMHpOaUF0TVRRNFNEVXdVVGc1SUMweE5EZ2dPVGNnTFRFek5GWXRNVEkyVVRrM0lDMHhNVGtnT1RjZ0xURXdOMVE1TnlBdE56ZFVPVGdnTFRNNFZEazRJRFpVT1RnZ05UVlVPVGdnTVRBMlVUazRJREUwTUNBNU9DQXhOemRVT1RnZ01qUXpWRGs0SURJNU5sUTVOeUF6TXpWVU9UY2dNelV4VVRrMElETTNNQ0E0TXlBek56WlVNemdnTXpnMVNESXdWalF3T0ZFeU1DQTBNekVnTWpJZ05ETXhURE15SURRek1sRTBNaUEwTXpNZ05qRWdORE0wVkRrNElEUXpObEV4TVRVZ05ETTNJREV6TlNBME16aFVNVFkxSURRME1WUXhOellnTkRReVNERTNPVlkwTVRaTU1UZ3dJRE01TUV3eE9EZ2dNemszVVRJME55QTBOREVnTXpJMklEUTBNVkUwTURjZ05EUXhJRFEyTkNBek56ZFVOVEl5SURJeE5sRTFNaklnTVRFMUlEUTFOeUExTWxRek1UQWdMVEV4VVRJME1pQXRNVEVnTVRrd0lETXpUREU0TWlBME1GWXRORFZXTFRFd01WRXhPRElnTFRFeU9DQXhPRFFnTFRFek5GUXhPVFVnTFRFME5WRXlNVFlnTFRFME9DQXlORFFnTFRFME9FZ3lOakJXTFRFNU5FZ3lOVEpNTWpJNElDMHhPVE5STWpBMUlDMHhPVElnTVRjNElDMHhPVEpVTVRRd0lDMHhPVEZSTXpjZ0xURTVNU0F5T0NBdE1UazBTREl3VmkweE5EaElNelphVFRReU5DQXlNVGhSTkRJMElESTVNaUF6T1RBZ016UTNWRE13TlNBME1ESlJNak0wSURRd01pQXhPRElnTXpNM1ZqazRVVEl5TWlBeU5pQXlPVFFnTWpaUk16UTFJREkySURNNE5DQTRNRlEwTWpRZ01qRTRXaUl2UGp4d1lYUm9JR2xrUFNKTlNsZ3RNaTFVUlZndFRpMDNNaUlnWkQwaVRUTTJJRFEyU0RVd1VUZzVJRFEySURrM0lEWXdWalk0VVRrM0lEYzNJRGszSURreFZEazRJREV5TWxRNU9DQXhOakZVT1RnZ01qQXpVVGs0SURJek5DQTVPQ0F5TmpsVU9UZ2dNekk0VERrM0lETTFNVkU1TkNBek56QWdPRE1nTXpjMlZETTRJRE00TlVneU1GWTBNRGhSTWpBZ05ETXhJREl5SURRek1Vd3pNaUEwTXpKUk5ESWdORE16SURZd0lEUXpORlE1TmlBME16WlJNVEV5SURRek55QXhNekVnTkRNNFZERTJNQ0EwTkRGVU1UY3hJRFEwTWtneE56UldNemN6VVRJeE15QTBOREVnTWpjeElEUTBNVWd5TnpkUk16SXlJRFEwTVNBek5ETWdOREU1VkRNMk5DQXpOek5STXpZMElETTFNaUF6TlRFZ016TTNWRE14TXlBek1qSlJNamc0SURNeU1pQXlOellnTXpNNFZESTJNeUF6TnpKUk1qWXpJRE00TVNBeU5qVWdNemc0VkRJM01DQTBNREJVTWpjeklEUXdOVkV5TnpFZ05EQTNJREkxTUNBME1ERlJNak0wSURNNU15QXlNallnTXpnMlVURTNPU0F6TkRFZ01UYzVJREl3TjFZeE5UUlJNVGM1SURFME1TQXhOemtnTVRJM1ZERTNPU0F4TURGVU1UZ3dJRGd4VkRFNE1DQTJObFkyTVZFeE9ERWdOVGtnTVRneklEVTNWREU0T0NBMU5GUXhPVE1nTlRGVU1qQXdJRFE1VkRJd055QTBPRlF5TVRZZ05EZFVNakkxSURRM1ZESXpOU0EwTmxReU5EVWdORFpJTWpjMlZqQklNalkzVVRJME9TQXpJREUwTUNBelVUTTNJRE1nTWpnZ01FZ3lNRlkwTmtnek5sb2lMejQ4Y0dGMGFDQnBaRDBpVFVwWUxUSXRWRVZZTFU0dE5qVWlJR1E5SWsweU9DQXlNVGhSTWpnZ01qY3pJRFE0SURNeE9GUTVPQ0F6T1RGVU1UWXpJRFF6TTFReU1qa2dORFE0VVRJNE1pQTBORGdnTXpJd0lEUXpNRlF6TnpnZ016Z3dWRFF3TmlBek1UWlVOREUxSURJME5WRTBNVFVnTWpNNElEUXdPQ0F5TXpGSU1USTJWakl4TmxFeE1qWWdOamdnTWpJMklETTJVVEkwTmlBek1DQXlOekFnTXpCUk16RXlJRE13SURNME1pQTJNbEV6TlRrZ056a2dNelk1SURFd05Fd3pOemtnTVRJNFVUTTRNaUF4TXpFZ016azFJREV6TVVnek9UaFJOREUxSURFek1TQTBNVFVnTVRJeFVUUXhOU0F4TVRjZ05ERXlJREV3T0ZFek9UTWdOVE1nTXpRNUlESXhWREkxTUNBdE1URlJNVFUxSUMweE1TQTVNaUExT0ZReU9DQXlNVGhhVFRNek15QXlOelZSTXpJeUlEUXdNeUF5TXpnZ05ERXhTREl6TmxFeU1qZ2dOREV4SURJeU1DQTBNVEJVTVRrMUlEUXdNbFF4TmpZZ016Z3hWREUwTXlBek5EQlVNVEkzSURJM05GWXlOamRJTXpNelZqSTNOVm9pTHo0OGNHRjBhQ0JwWkQwaVRVcFlMVEl0VkVWWUxVNHROalFpSUdROUlrMHpOellnTkRrMVVUTTNOaUExTVRFZ016YzJJRFV6TlZRek56Y2dOVFk0VVRNM055QTJNVE1nTXpZM0lEWXlORlF6TVRZZ05qTTNTREk1T0ZZMk5qQlJNams0SURZNE15QXpNREFnTmpnelRETXhNQ0EyT0RSUk16SXdJRFk0TlNBek16a2dOamcyVkRNM05pQTJPRGhSTXpreklEWTRPU0EwTVRNZ05qa3dWRFEwTXlBMk9UTlVORFUwSURZNU5FZzBOVGRXTXprd1VUUTFOeUE0TkNBME5UZ2dPREZSTkRZeElEWXhJRFEzTWlBMU5WUTFNVGNnTkRaSU5UTTFWakJSTlRNeklEQWdORFU1SUMwMVZETTRNQ0F0TVRGSU16Y3pWalEwVERNMk5TQXpOMUV6TURjZ0xURXhJREl6TlNBdE1URlJNVFU0SUMweE1TQTVOaUExTUZRek5DQXlNVFZSTXpRZ016RTFJRGszSURNM09GUXlORFFnTkRReVVUTXhPU0EwTkRJZ016YzJJRE01TTFZME9UVmFUVE0zTXlBek5ESlJNekk0SURRd05TQXlOakFnTkRBMVVUSXhNU0EwTURVZ01UY3pJRE0yT1ZFeE5EWWdNelF4SURFek9TQXpNRFZVTVRNeElESXhNVkV4TXpFZ01UVTFJREV6T0NBeE1qQlVNVGN6SURVNVVUSXdNeUF5TmlBeU5URWdNalpSTXpJeUlESTJJRE0zTXlBeE1ETldNelF5V2lJdlBqeHdZWFJvSUdsa1BTSk5TbGd0TWkxVVJWZ3RUaTB5TWpFeUlpQmtQU0pOT0RRZ01qTTNWRGcwSURJMU1GUTVPQ0F5TnpCSU5qYzVVVFk1TkNBeU5qSWdOamswSURJMU1GUTJOemtnTWpNd1NEazRVVGcwSURJek55QTROQ0F5TlRCYUlpOCtQSEJoZEdnZ2FXUTlJazFLV0MweUxWUkZXQzFPTFRZM0lpQmtQU0pOTXpJNUlEUXdPVkV6TnpNZ05EVXpJRFF5T1NBME5UTlJORFU1SURRMU15QTBOeklnTkRNMFZEUTROU0F6T1RaUk5EZzFJRE00TWlBME56WWdNemN4VkRRME9TQXpOakJSTkRFMklETTJNQ0EwTVRJZ016a3dVVFF4TUNBME1EUWdOREUxSURReE1WRTBNVFVnTkRFeUlEUXhOaUEwTVRSV05ERTFVVE00T0NBME1USWdNell6SURNNU0xRXpOVFVnTXpnNElETTFOU0F6T0RaUk16VTFJRE00TlNBek5Ua2dNemd4VkRNMk9DQXpOamxVTXpjNUlETTFNVlF6T0RnZ016STFWRE01TWlBeU9USlJNemt5SURJek1DQXpORE1nTVRnM1ZESXlNaUF4TkROUk1UY3lJREUwTXlBeE1qTWdNVGN4VVRFeE1pQXhOVE1nTVRFeUlERXpNMUV4TVRJZ09UZ2dNVE00SURneFVURTBOeUEzTlNBeE5UVWdOelZVTWpJM0lEY3pVVE14TVNBM01pQXpNelVnTmpkUk16azJJRFU0SURRek1TQXlObEUwTnpBZ0xURXpJRFEzTUNBdE56SlJORGN3SUMweE16a2dNemt5SUMweE56VlJNek15SUMweU1EWWdNalV3SUMweU1EWlJNVFkzSUMweU1EWWdNVEEzSUMweE56VlJNamtnTFRFME1DQXlPU0F0TnpWUk1qa2dMVE01SURVd0lDMHhOVlE1TWlBeE9Fd3hNRE1nTWpSUk5qY2dOVFVnTmpjZ01UQTRVVFkzSURFMU5TQTVOaUF4T1ROUk5USWdNak0zSURVeUlESTVNbEUxTWlBek5UVWdNVEF5SURNNU9GUXlNak1nTkRReVVUSTNOQ0EwTkRJZ016RTRJRFF4Tmt3ek1qa2dOREE1V2sweU9Ua2dNelF6VVRJNU5DQXpOekVnTWpjeklETTROMVF5TWpFZ05EQTBVVEU1TWlBME1EUWdNVGN4SURNNE9GUXhORFVnTXpRelVURTBNaUF6TWpZZ01UUXlJREk1TWxFeE5ESWdNalE0SURFME9TQXlNamRVTVRjNUlERTVNbEV4T1RZZ01UZ3lJREl5TWlBeE9ESlJNalEwSURFNE1pQXlOakFnTVRnNVZESTRNeUF5TURkVU1qazBJREl5TjFReU9Ua2dNalF5VVRNd01pQXlOVGdnTXpBeUlESTVNbFF5T1RrZ016UXpXazAwTURNZ0xUYzFVVFF3TXlBdE5UQWdNemc1SUMwek5GUXpORGdnTFRFeFZESTVPU0F0TWxReU5EVWdNRWd5TVRoUk1UVXhJREFnTVRNNElDMDJVVEV4T0NBdE1UVWdNVEEzSUMwek5GUTVOU0F0TnpSUk9UVWdMVGcwSURFd01TQXRPVGRVTVRJeUlDMHhNamRVTVRjd0lDMHhOVFZVTWpVd0lDMHhOamRSTXpFNUlDMHhOamNnTXpZeElDMHhNemxVTkRBeklDMDNOVm9pTHo0OGNHRjBhQ0JwWkQwaVRVcFlMVEl0VkVWWUxVNHROelFpSUdROUlrMHlOeUEwTWpKUk9EQWdOREkySURFd09TQTBOemhVTVRReElEWXdNRlkyTVRWSU1UZ3hWalF6TVVnek1UWldNemcxU0RFNE1WWXlOREZSTVRneUlERXhOaUF4T0RJZ01UQXdWREU0T1NBMk9GRXlNRE1nTWprZ01qTTRJREk1VVRJNE1pQXlPU0F5T1RJZ01UQXdVVEk1TXlBeE1EZ2dNamt6SURFME5sWXhPREZJTXpNelZqRTBObFl4TXpSUk16TXpJRFUzSURJNU1TQXhOMUV5TmpRZ0xURXdJREl5TVNBdE1UQlJNVGczSUMweE1DQXhOaklnTWxReE1qUWdNek5VTVRBMUlEWTRWRGs0SURFd01GRTVOeUF4TURjZ09UY2dNalE0VmpNNE5VZ3hPRlkwTWpKSU1qZGFJaTgrUEhCaGRHZ2dhV1E5SWsxS1dDMHlMVlJGV0MxT0xUSTVJaUJrUFNKTk5qQWdOelE1VERZMElEYzFNRkUyT1NBM05UQWdOelFnTnpVd1NEZzJUREV4TkNBM01qWlJNakE0SURZME1TQXlOVEVnTlRFMFZESTVOQ0F5TlRCUk1qazBJREU0TWlBeU9EUWdNVEU1VkRJMk1TQXhNbFF5TWpRZ0xUYzJWREU0TmlBdE1UUXpWREUwTlNBdE1UazBWREV4TXlBdE1qSTNWRGt3SUMweU5EWlJPRGNnTFRJME9TQTROaUF0TWpVd1NEYzBVVFkySUMweU5UQWdOak1nTFRJMU1GUTFPQ0F0TWpRM1ZEVTFJQzB5TXpoUk5UWWdMVEl6TnlBMk5pQXRNakkxVVRJeU1TQXROalFnTWpJeElESTFNRlEyTmlBM01qVlJOVFlnTnpNM0lEVTFJRGN6T0ZFMU5TQTNORFlnTmpBZ056UTVXaUl2UGp4d1lYUm9JR2xrUFNKTlNsZ3RNaTFVUlZndFRpMHpNaUlnWkQwaVRURXdPU0EwTWpsUk9ESWdOREk1SURZMklEUTBOMVExTUNBME9URlJOVEFnTlRZeUlERXdNeUEyTVRSVU1qTTFJRFkyTmxFek1qWWdOalkySURNNE55QTJNVEJVTkRRNUlEUTJOVkUwTkRrZ05ESXlJRFF5T1NBek9ETlVNemd4SURNeE5WUXpNREVnTWpReFVUSTJOU0F5TVRBZ01qQXhJREUwT1V3eE5ESWdPVE5NTWpFNElEa3lVVE0zTlNBNU1pQXpPRFVnT1RkUk16a3lJRGs1SURRd09TQXhPRFpXTVRnNVNEUTBPVll4T0RaUk5EUTRJREU0TXlBME16WWdPVFZVTkRJeElETldNRWcxTUZZeE9WWXpNVkUxTUNBek9DQTFOaUEwTmxRNE5pQTRNVkV4TVRVZ01URXpJREV6TmlBeE16ZFJNVFExSURFME55QXhOekFnTVRjMFZESXdOQ0F5TVRGVU1qTXpJREkwTkZReU5qRWdNamM0VkRJNE5DQXpNRGhVTXpBMUlETTBNRlF6TWpBZ016WTVWRE16TXlBME1ERlVNelF3SURRek1WUXpORE1nTkRZMFVUTTBNeUExTWpjZ016QTVJRFUzTTFReU1USWdOakU1VVRFM09TQTJNVGtnTVRVMElEWXdNbFF4TVRrZ05UWTVWREV3T1NBMU5UQlJNVEE1SURVME9TQXhNVFFnTlRRNVVURXpNaUExTkRrZ01UVXhJRFV6TlZReE56QWdORGc1VVRFM01DQTBOalFnTVRVMElEUTBOMVF4TURrZ05ESTVXaUl2UGp4d1lYUm9JR2xrUFNKTlNsZ3RNaTFVUlZndFRpMHlReUlnWkQwaVRUYzRJRE0xVkRjNElEWXdWRGswSURFd00xUXhNemNnTVRJeFVURTJOU0F4TWpFZ01UZzNJRGsyVkRJeE1DQTRVVEl4TUNBdE1qY2dNakF4SUMwMk1GUXhPREFnTFRFeE4xUXhOVFFnTFRFMU9GUXhNekFnTFRFNE5WUXhNVGNnTFRFNU5GRXhNVE1nTFRFNU5DQXhNRFFnTFRFNE5WUTVOU0F0TVRjeVVUazFJQzB4TmpnZ01UQTJJQzB4TlRaVU1UTXhJQzB4TWpaVU1UVTNJQzAzTmxReE56TWdMVE5XT1V3eE56SWdPRkV4TnpBZ055QXhOamNnTmxReE5qRWdNMVF4TlRJZ01WUXhOREFnTUZFeE1UTWdNQ0E1TmlBeE4xb2lMejQ4TDJSbFpuTStQR2NnYzNSeWIydGxQU0pqZFhKeVpXNTBRMjlzYjNJaUlHWnBiR3c5SW1OMWNuSmxiblJEYjJ4dmNpSWdjM1J5YjJ0bExYZHBaSFJvUFNJd0lpQjBjbUZ1YzJadmNtMDlJbk5qWVd4bEtERXNMVEVwSWo0OFp5QmtZWFJoTFcxdGJDMXViMlJsUFNKdFlYUm9JajQ4WnlCa1lYUmhMVzF0YkMxdWIyUmxQU0p0ZEdWNGRDSStQSFZ6WlNCa1lYUmhMV005SWpVeUlpQjRiR2x1YXpwb2NtVm1QU0lqVFVwWUxUSXRWRVZZTFU0dE5USWlMejQ4ZFhObElHUmhkR0V0WXowaU5FUWlJSGhzYVc1ck9taHlaV1k5SWlOTlNsZ3RNaTFVUlZndFRpMDBSQ0lnZEhKaGJuTm1iM0p0UFNKMGNtRnVjMnhoZEdVb056TTJMREFwSWk4K1BIVnpaU0JrWVhSaExXTTlJalV6SWlCNGJHbHVhenBvY21WbVBTSWpUVXBZTFRJdFZFVllMVTR0TlRNaUlIUnlZVzV6Wm05eWJUMGlkSEpoYm5Oc1lYUmxLREUyTlRNc01Da2lMejQ4ZFhObElHUmhkR0V0WXowaU5EVWlJSGhzYVc1ck9taHlaV1k5SWlOTlNsZ3RNaTFVUlZndFRpMDBOU0lnZEhKaGJuTm1iM0p0UFNKMGNtRnVjMnhoZEdVb01qSXdPU3d3S1NJdlBqd3ZaejQ4WnlCa1lYUmhMVzF0YkMxdWIyUmxQU0p0YnlJZ2RISmhibk5tYjNKdFBTSjBjbUZ1YzJ4aGRHVW9NekUyTnk0NExEQXBJajQ4ZFhObElHUmhkR0V0WXowaU0wUWlJSGhzYVc1ck9taHlaV1k5SWlOTlNsZ3RNaTFVUlZndFRpMHpSQ0l2UGp3dlp6NDhaeUJrWVhSaExXMXRiQzF1YjJSbFBTSnRjM0Z5ZENJZ2RISmhibk5tYjNKdFBTSjBjbUZ1YzJ4aGRHVW9OREl5TXk0MkxEQXBJajQ4WnlCMGNtRnVjMlp2Y20wOUluUnlZVzV6YkdGMFpTZ3hNRFUyTERBcElqNDhaeUJrWVhSaExXMXRiQzF1YjJSbFBTSnRabkpoWXlJK1BHY2daR0YwWVMxdGJXd3RibTlrWlQwaWJXNGlJSFJ5WVc1elptOXliVDBpZEhKaGJuTnNZWFJsS0RJM01DdzJOellwSWo0OGRYTmxJR1JoZEdFdFl6MGlNekVpSUhoc2FXNXJPbWh5WldZOUlpTk5TbGd0TWkxVVJWZ3RUaTB6TVNJdlBqd3ZaejQ4WnlCa1lYUmhMVzF0YkMxdWIyUmxQU0p0YVNJZ2RISmhibk5tYjNKdFBTSjBjbUZ1YzJ4aGRHVW9Nakl3TEMwMk9EWXBJajQ4ZFhObElHUmhkR0V0WXowaU1VUTBOVUlpSUhoc2FXNXJPbWh5WldZOUlpTk5TbGd0TWkxVVJWZ3RTUzB4UkRRMVFpSXZQand2Wno0OGNtVmpkQ0IzYVdSMGFEMGlPREF3SWlCb1pXbG5hSFE5SWpZd0lpQjRQU0l4TWpBaUlIazlJakl5TUNJdlBqd3ZaejQ4WnlCa1lYUmhMVzF0YkMxdWIyUmxQU0p0ZFc1a1pYSnZkbVZ5SWlCMGNtRnVjMlp2Y20wOUluUnlZVzV6YkdGMFpTZ3hNakEyTGpjc01Da2lQanhuSUdSaGRHRXRiVzFzTFc1dlpHVTlJbTF2SWo0OGRYTmxJR1JoZEdFdFl6MGlNakl4TVNJZ2VHeHBibXM2YUhKbFpqMGlJMDFLV0MweUxWUkZXQzFNVHkweU1qRXhJaTgrUEM5blBqeG5JR1JoZEdFdGJXMXNMVzV2WkdVOUlsUmxXRUYwYjIwaUlIUnlZVzV6Wm05eWJUMGlkSEpoYm5Oc1lYUmxLREUwT0M0eUxDMHhNRGczTGprcElITmpZV3hsS0RBdU56QTNLU0lnWkdGMFlTMXRhbmd0ZEdWNFkyeGhjM005SWs5U1JDSStQR2NnWkdGMFlTMXRiV3d0Ym05a1pUMGliV2tpUGp4MWMyVWdaR0YwWVMxalBTSXhSRFExTmlJZ2VHeHBibXM2YUhKbFpqMGlJMDFLV0MweUxWUkZXQzFKTFRGRU5EVTJJaTgrUEM5blBqeG5JR1JoZEdFdGJXMXNMVzV2WkdVOUltMXZJaUIwY21GdWMyWnZjbTA5SW5SeVlXNXpiR0YwWlNnek5EVXNNQ2tpUGp4MWMyVWdaR0YwWVMxalBTSXpSQ0lnZUd4cGJtczZhSEpsWmowaUkwMUtXQzB5TFZSRldDMU9MVE5FSWk4K1BDOW5QanhuSUdSaGRHRXRiVzFzTFc1dlpHVTlJbTF1SWlCMGNtRnVjMlp2Y20wOUluUnlZVzV6YkdGMFpTZ3hNVEl6TERBcElqNDhkWE5sSUdSaGRHRXRZejBpTXpFaUlIaHNhVzVyT21oeVpXWTlJaU5OU2xndE1pMVVSVmd0VGkwek1TSXZQand2Wno0OEwyYytQR2NnWkdGMFlTMXRiV3d0Ym05a1pUMGlWR1ZZUVhSdmJTSWdkSEpoYm5ObWIzSnRQU0owY21GdWMyeGhkR1VvTlRBNUxqa3NNVEUxTUNrZ2MyTmhiR1VvTUM0M01EY3BJaUJrWVhSaExXMXFlQzEwWlhoamJHRnpjejBpVDFKRUlqNDhaeUJrWVhSaExXMXRiQzF1YjJSbFBTSnRhU0krUEhWelpTQmtZWFJoTFdNOUlqRkVORFZDSWlCNGJHbHVhenBvY21WbVBTSWpUVXBZTFRJdFZFVllMVWt0TVVRME5VSWlMejQ4TDJjK1BDOW5Qand2Wno0OFp5QmtZWFJoTFcxdGJDMXViMlJsUFNKdGJ5SWdkSEpoYm5ObWIzSnRQU0owY21GdWMyeGhkR1VvTWpZMU1DNDNMREFwSWo0OGRYTmxJR1JoZEdFdFl6MGlNamdpSUhoc2FXNXJPbWh5WldZOUlpTk5TbGd0TWkxVVJWZ3RUaTB5T0NJdlBqd3ZaejQ4WnlCa1lYUmhMVzF0YkMxdWIyUmxQU0p0YzNWaWMzVndJaUIwY21GdWMyWnZjbTA5SW5SeVlXNXpiR0YwWlNnek1ETTVMamNzTUNraVBqeG5JR1JoZEdFdGJXMXNMVzV2WkdVOUltMXBJajQ4ZFhObElHUmhkR0V0WXowaU1VUTBOVEVpSUhoc2FXNXJPbWh5WldZOUlpTk5TbGd0TWkxVVJWZ3RTUzB4UkRRMU1TSXZQand2Wno0OFp5QmtZWFJoTFcxdGJDMXViMlJsUFNKVVpWaEJkRzl0SWlCMGNtRnVjMlp2Y20wOUluUnlZVzV6YkdGMFpTZzFOVE1zTkRrd0xqZ3BJSE5qWVd4bEtEQXVOekEzS1NJZ1pHRjBZUzF0YW5ndGRHVjRZMnhoYzNNOUlrOVNSQ0krUEdjZ1pHRjBZUzF0Yld3dGJtOWtaVDBpYlhSbGVIUWlQangxYzJVZ1pHRjBZUzFqUFNJM01DSWdlR3hwYm1zNmFISmxaajBpSTAxS1dDMHlMVlJGV0MxT0xUY3dJaTgrUEhWelpTQmtZWFJoTFdNOUlqY3lJaUI0YkdsdWF6cG9jbVZtUFNJalRVcFlMVEl0VkVWWUxVNHROeklpSUhSeVlXNXpabTl5YlQwaWRISmhibk5zWVhSbEtEVTFOaXd3S1NJdlBqeDFjMlVnWkdGMFlTMWpQU0kyTlNJZ2VHeHBibXM2YUhKbFpqMGlJMDFLV0MweUxWUkZXQzFPTFRZMUlpQjBjbUZ1YzJadmNtMDlJblJ5WVc1emJHRjBaU2c1TkRnc01Da2lMejQ4ZFhObElHUmhkR0V0WXowaU5qUWlJSGhzYVc1ck9taHlaV1k5SWlOTlNsZ3RNaTFVUlZndFRpMDJOQ0lnZEhKaGJuTm1iM0p0UFNKMGNtRnVjMnhoZEdVb01UTTVNaXd3S1NJdlBqd3ZaejQ4TDJjK1BHY2daR0YwWVMxdGJXd3RibTlrWlQwaVZHVllRWFJ2YlNJZ2RISmhibk5tYjNKdFBTSjBjbUZ1YzJ4aGRHVW9OVFV6TEMweU9UTXVPQ2tnYzJOaGJHVW9NQzQzTURjcElpQmtZWFJoTFcxcWVDMTBaWGhqYkdGemN6MGlUMUpFSWo0OFp5QmtZWFJoTFcxdGJDMXViMlJsUFNKdGFTSStQSFZ6WlNCa1lYUmhMV005SWpGRU5EVTJJaUI0YkdsdWF6cG9jbVZtUFNJalRVcFlMVEl0VkVWWUxVa3RNVVEwTlRZaUx6NDhMMmMrUEM5blBqd3ZaejQ4WnlCa1lYUmhMVzF0YkMxdWIyUmxQU0p0YnlJZ2RISmhibk5tYjNKdFBTSjBjbUZ1YzJ4aGRHVW9OVEkwTWk0ekxEQXBJajQ4ZFhObElHUmhkR0V0WXowaU1qSXhNaUlnZUd4cGJtczZhSEpsWmowaUkwMUtXQzB5TFZSRldDMU9MVEl5TVRJaUx6NDhMMmMrUEdjZ1pHRjBZUzF0Yld3dGJtOWtaVDBpYlhOMVluTjFjQ0lnZEhKaGJuTm1iM0p0UFNKMGNtRnVjMnhoZEdVb05qSTBNaTQyTERBcElqNDhaeUJrWVhSaExXMXRiQzF1YjJSbFBTSnRhU0krUEhWelpTQmtZWFJoTFdNOUlqRkVORFV4SWlCNGJHbHVhenBvY21WbVBTSWpUVXBZTFRJdFZFVllMVWt0TVVRME5URWlMejQ4TDJjK1BHY2daR0YwWVMxdGJXd3RibTlrWlQwaVZHVllRWFJ2YlNJZ2RISmhibk5tYjNKdFBTSjBjbUZ1YzJ4aGRHVW9OVFV6TERRNU9TNHpLU0J6WTJGc1pTZ3dMamN3TnlraUlHUmhkR0V0YldwNExYUmxlR05zWVhOelBTSlBVa1FpUGp4bklHUmhkR0V0Ylcxc0xXNXZaR1U5SW0xMFpYaDBJajQ4ZFhObElHUmhkR0V0WXowaU5qY2lJSGhzYVc1ck9taHlaV1k5SWlOTlNsZ3RNaTFVUlZndFRpMDJOeUl2UGp4MWMyVWdaR0YwWVMxalBTSTNOQ0lnZUd4cGJtczZhSEpsWmowaUkwMUtXQzB5TFZSRldDMU9MVGMwSWlCMGNtRnVjMlp2Y20wOUluUnlZVzV6YkdGMFpTZzFNREFzTUNraUx6NDhMMmMrUEM5blBqeG5JR1JoZEdFdGJXMXNMVzV2WkdVOUlsUmxXRUYwYjIwaUlIUnlZVzV6Wm05eWJUMGlkSEpoYm5Oc1lYUmxLRFUxTXl3dE1qa3pMamdwSUhOallXeGxLREF1TnpBM0tTSWdaR0YwWVMxdGFuZ3RkR1Y0WTJ4aGMzTTlJazlTUkNJK1BHY2daR0YwWVMxdGJXd3RibTlrWlQwaWJXa2lQangxYzJVZ1pHRjBZUzFqUFNJeFJEUTFOaUlnZUd4cGJtczZhSEpsWmowaUkwMUtXQzB5TFZSRldDMUpMVEZFTkRVMklpOCtQQzluUGp3dlp6NDhMMmMrUEdjZ1pHRjBZUzF0Yld3dGJtOWtaVDBpYlhOMWNDSWdkSEpoYm5ObWIzSnRQU0owY21GdWMyeGhkR1VvTnpRM05DNHlMREFwSWo0OFp5QmtZWFJoTFcxdGJDMXViMlJsUFNKdGJ5SStQSFZ6WlNCa1lYUmhMV005SWpJNUlpQjRiR2x1YXpwb2NtVm1QU0lqVFVwWUxUSXRWRVZZTFU0dE1qa2lMejQ4TDJjK1BHY2daR0YwWVMxdGJXd3RibTlrWlQwaWJXNGlJSFJ5WVc1elptOXliVDBpZEhKaGJuTnNZWFJsS0RReU1pd3lPRGtwSUhOallXeGxLREF1TnpBM0tTSStQSFZ6WlNCa1lYUmhMV005SWpNeUlpQjRiR2x1YXpwb2NtVm1QU0lqVFVwWUxUSXRWRVZZTFU0dE16SWlMejQ4TDJjK1BDOW5Qand2Wno0OFp5QmtZWFJoTFcxdGJDMXViMlJsUFNKdGJ5SWdkSEpoYm5ObWIzSnRQU0owY21GdWMyeGhkR1VvTUN3dE5EYzJMalFwSWo0OGRYTmxJR1JoZEdFdFl6MGlSVEF3TVNJZ2VHeHBibXM2YUhKbFpqMGlJMDFLV0MweUxWUkZXQzFUTkMxRk1EQXhJaUIwY21GdWMyWnZjbTA5SW5SeVlXNXpiR0YwWlNnd0xERTVORFVwSWk4K1BIVnpaU0JrWVhSaExXTTlJakl6UWpjaUlIaHNhVzVyT21oeVpXWTlJaU5OU2xndE1pMVVSVmd0VXpRdE1qTkNOeUlnZEhKaGJuTm1iM0p0UFNKMGNtRnVjMnhoZEdVb01Dd3RNVFkxS1NJdlBqeHpkbWNnZDJsa2RHZzlJakV3TlRZaUlHaGxhV2RvZEQwaU1UTTJNU0lnZVQwaU5qY3dJaUI0UFNJd0lpQjJhV1YzUW05NFBTSXdJREk1TlM0MUlERXdOVFlnTVRNMk1TSStQSFZ6WlNCa1lYUmhMV005SWtVd01EQWlJSGhzYVc1ck9taHlaV1k5SWlOTlNsZ3RNaTFVUlZndFV6UXRSVEF3TUNJZ2RISmhibk5tYjNKdFBTSnpZMkZzWlNneExETXVNVGsxS1NJdlBqd3ZjM1puUGp3dlp6NDhjbVZqZENCM2FXUjBhRDBpT0RJNU9TNDNJaUJvWldsbmFIUTlJall3SWlCNFBTSXhNRFUySWlCNVBTSXlNREV6TGpZaUx6NDhMMmMrUEdjZ1pHRjBZUzF0Yld3dGJtOWtaVDBpYlc4aUlIUnlZVzV6Wm05eWJUMGlkSEpoYm5Oc1lYUmxLREV6TlRjNUxqTXNNQ2tpUGp4MWMyVWdaR0YwWVMxalBTSXlReUlnZUd4cGJtczZhSEpsWmowaUkwMUtXQzB5TFZSRldDMU9MVEpESWk4K1BDOW5Qand2Wno0OEwyYytQQzl6ZG1jKyIsCgkiUmVhbFZpZXdTaXplSnNvbiIgOiAie1wiaGVpZ2h0XCI6MTI5MixcIndpZHRoXCI6NDg5M30iCn0K"/>
    </extobj>
    <extobj name="2384804F-3998-4D57-9195-F3826E402611-7">
      <extobjdata type="2384804F-3998-4D57-9195-F3826E402611" data="ewoJIkltZ1NldHRpbmdKc29uIiA6ICJ7XCJoZWlnaHRcIjo1Mi42Nzg1NzE0Mjg1NzE0MixcIndpZHRoXCI6MzA1LjM1NzE0Mjg1NzE0MjgzfSIsCgkiTGF0ZXgiIDogIiAgICBcXGRlbHRhX3tcXGxhbWJkYX0gPSBcXGZyYWN7MX17bn1cXHN1bV97aT0xfV57bn0gXFxsZWZ0WyBcXG1heFxcbGVmdChcXGZyYWN7ZF97aX1ee1xcdGV4dHtwcmVkfX19e2Rfe2l9XntcXHRleHR7Z3R9fX0sIFxcZnJhY3tkX3tpfV57XFx0ZXh0e2d0fX19e2Rfe2l9XntcXHRleHR7cHJlZH19fVxccmlnaHQpIDwgdF97XFxsYW1iZGF9IFxccmlnaHRdXG4iLAoJIkxhdGV4SW1nQmFzZTY0IiA6ICJQSE4yWnlCNGJXeHVjejBpYUhSMGNEb3ZMM2QzZHk1M015NXZjbWN2TWpBd01DOXpkbWNpSUhkcFpIUm9QU0l6T1M0eU16aGxlQ0lnYUdWcFoyaDBQU0kyTGpjNE5XVjRJaUJ5YjJ4bFBTSnBiV2NpSUdadlkzVnpZV0pzWlQwaVptRnNjMlVpSUhacFpYZENiM2c5SWpBZ0xURTNORGt1TlNBeE56TTBNeTR5SURJNU9Ua2lJSGh0Ykc1ek9uaHNhVzVyUFNKb2RIUndPaTh2ZDNkM0xuY3pMbTl5Wnk4eE9UazVMM2hzYVc1cklpQmhjbWxoTFdocFpHUmxiajBpZEhKMVpTSWdjM1I1YkdVOUluWmxjblJwWTJGc0xXRnNhV2R1T2lBdE1pNDRNamRsZURzZ2JXRjRMWGRwWkhSb09pQTVPQ1U3SWo0OFpHVm1jejQ4Y0dGMGFDQnBaRDBpVFVwWUxURXRWRVZZTFVrdE1VUTJSa1lpSUdROUlrMHhPVFVnTmpBNVVURTVOU0EyTlRZZ01qSTNJRFk0TmxRek1ESWdOekUzVVRNeE9TQTNNVFlnTXpVeElEY3dPVlEwTURjZ05qazNWRFF6TXlBMk9UQlJORFV4SURZNE1pQTBOVEVnTmpZeVVUUTFNU0EyTkRRZ05ETTRJRFl5T0ZRME1ETWdOakV5VVRNNE1pQTJNVElnTXpRNElEWTBNVlF5T0RnZ05qY3hWREkwT1NBMk5UZFVNak0xSURZeU9GRXlNelVnTlRnMElETXpOQ0EwTmpOUk5EQXhJRE0zT1NBME1ERWdNamt5VVRRd01TQXhOamtnTXpRd0lEZ3dWREl3TlNBdE1UQklNVGs0VVRFeU55QXRNVEFnT0RNZ016WlVNellnTVRVelVUTTJJREk0TmlBeE5URWdNemd5VVRFNU1TQTBNVE1nTWpVeUlEUXpORkV5TlRJZ05ETTFJREkwTlNBME5EbFVNak13SURRNE1WUXlNVFFnTlRJeFZESXdNU0ExTmpaVU1UazFJRFl3T1ZwTk1URXlJREV6TUZFeE1USWdPRE1nTVRNMklEVTFWREl3TkNBeU4xRXlNek1nTWpjZ01qVTJJRFV4VkRJNU1TQXhNVEZVTXpBNUlERTNPRlF6TVRZZ01qTXlVVE14TmlBeU5qY2dNekE1SURJNU9GUXlPVFVnTXpRMFZESTJPU0EwTURCTU1qVTVJRE01TmxFeU1UVWdNemd4SURFNE15QXpOREpVTVRNM0lESTFObFF4TVRnZ01UYzVWREV4TWlBeE16QmFJaTgrUEhCaGRHZ2dhV1E5SWsxS1dDMHhMVlJGV0MxSkxURkVOekEySWlCa1BTSk5NVFkySURZM00xRXhOallnTmpnMUlERTRNeUEyT1RSSU1qQXlVVEk1TWlBMk9URWdNekUySURZME5GRXpNaklnTmpJNUlETTNNeUEwT0RaVU5EYzBJREl3TjFRMU1qUWdOamRSTlRNeElEUTNJRFV6TnlBek5GUTFORFlnTVRWVU5UVXhJRFpVTlRVMUlESlVOVFUySUMweVZEVTFNQ0F0TVRGSU5EZ3lVVFExTnlBeklEUTFNQ0F4T0ZRek9Ua2dNVFV5VERNMU5DQXlOemRNTXpRd0lESTJNbEV6TWpjZ01qUTJJREk1TXlBeU1EZFVNak0ySURFME1WRXlNVEVnTVRFeUlERTNOQ0EyT1ZFeE1qTWdPU0F4TVRFZ0xURlVPRE1nTFRFeVVUUTNJQzB4TWlBME55QXlNRkUwTnlBek55QTJNU0ExTWxReE9Ua2dNVGczVVRJeU9TQXlNVFlnTWpZMklESTFNbFF6TWpFZ016QTJURE16T0NBek1qSlJNek00SURNeU15QXlPRGdnTkRZeVZESXpOQ0EyTVRKUk1qRTBJRFkxTnlBeE9ETWdOalUzVVRFMk5pQTJOVGNnTVRZMklEWTNNMW9pTHo0OGNHRjBhQ0JwWkQwaVRVcFlMVEV0VkVWWUxVNHRNMFFpSUdROUlrMDFOaUF6TkRkUk5UWWdNell3SURjd0lETTJOMGczTURkUk56SXlJRE0xT1NBM01qSWdNelEzVVRjeU1pQXpNellnTnpBNElETXlPRXd6T1RBZ016STNTRGN5VVRVMklETXpNaUExTmlBek5EZGFUVFUySURFMU0xRTFOaUF4TmpnZ056SWdNVGN6U0Rjd09GRTNNaklnTVRZeklEY3lNaUF4TlROUk56SXlJREUwTUNBM01EY2dNVE16U0Rjd1VUVTJJREUwTUNBMU5pQXhOVE5hSWk4K1BIQmhkR2dnYVdROUlrMUtXQzB4TFZSRldDMU9MVE14SWlCa1BTSk5NakV6SURVM09Fd3lNREFnTlRjelVURTROaUExTmpnZ01UWXdJRFUyTTFReE1ESWdOVFUyU0RnelZqWXdNa2d4TURKUk1UUTVJRFl3TkNBeE9Ea2dOakUzVkRJME5TQTJOREZVTWpjeklEWTJNMUV5TnpVZ05qWTJJREk0TlNBMk5qWlJNamswSURZMk5pQXpNRElnTmpZd1ZqTTJNVXd6TURNZ05qRlJNekV3SURVMElETXhOU0ExTWxRek16a2dORGhVTkRBeElEUTJTRFF5TjFZd1NEUXhObEV6T1RVZ015QXlOVGNnTTFFeE1qRWdNeUF4TURBZ01FZzRPRlkwTmtneE1UUlJNVE0ySURRMklERTFNaUEwTmxReE56Y2dORGRVTVRreklEVXdWREl3TVNBMU1sUXlNRGNnTlRkVU1qRXpJRFl4VmpVM09Gb2lMejQ4Y0dGMGFDQnBaRDBpVFVwWUxURXRWRVZZTFVrdE1VUTBOVUlpSUdROUlrMHlNU0F5T0RkUk1qSWdNamt6SURJMElETXdNMVF6TmlBek5ERlVOVFlnTXpnNFZEZzVJRFF5TlZReE16VWdORFF5VVRFM01TQTBORElnTVRrMUlEUXlORlF5TWpVZ016a3dWREl6TVNBek5qbFJNak14SURNMk55QXlNeklnTXpZM1RESTBNeUF6TnpoUk16QTBJRFEwTWlBek9ESWdORFF5VVRRek5pQTBORElnTkRZNUlEUXhOVlExTURNZ016TTJWRFEyTlNBeE56bFVOREkzSURVeVVUUXlOeUF5TmlBME5EUWdNalpSTkRVd0lESTJJRFExTXlBeU4xRTBPRElnTXpJZ05UQTFJRFkxVkRVME1DQXhORFZSTlRReUlERTFNeUExTmpBZ01UVXpVVFU0TUNBeE5UTWdOVGd3SURFME5WRTFPREFnTVRRMElEVTNOaUF4TXpCUk5UWTRJREV3TVNBMU5UUWdOek5VTlRBNElERTNWRFF6T1NBdE1UQlJNemt5SUMweE1DQXpOekVnTVRkVU16VXdJRGN6VVRNMU1DQTVNaUF6T0RZZ01Ua3pWRFF5TXlBek5EVlJOREl6SURRd05DQXpOemtnTkRBMFNETTNORkV5T0RnZ05EQTBJREl5T1NBek1ETk1Nakl5SURJNU1Vd3hPRGtnTVRVM1VURTFOaUF5TmlBeE5URWdNVFpSTVRNNElDMHhNU0F4TURnZ0xURXhVVGsxSUMweE1TQTROeUF0TlZRM05pQTNWRGMwSURFM1VUYzBJRE13SURFeE1pQXhPREJVTVRVeUlETTBNMUV4TlRNZ016UTRJREUxTXlBek5qWlJNVFV6SURRd05TQXhNamtnTkRBMVVUa3hJRFF3TlNBMk5pQXpNRFZSTmpBZ01qZzFJRFl3SURJNE5GRTFPQ0F5TnpnZ05ERWdNamM0U0RJM1VUSXhJREk0TkNBeU1TQXlPRGRhSWk4K1BIQmhkR2dnYVdROUlrMUtXQzB4TFZSRldDMU1UeTB5TWpFeElpQmtQU0pOTmpBZ09UUTRVVFl6SURrMU1DQTJOalVnT1RVd1NERXlOamRNTVRNeU5TQTRNVFZSTVRNNE5DQTJOemNnTVRNNE9DQTJOamxJTVRNME9Fd3hNelF4SURZNE0xRXhNekl3SURjeU5DQXhNamcxSURjMk1WRXhNak0xSURnd09TQXhNVGMwSURnek9GUXhNRE16SURnNE1WUTRPRElnT0RrNFZEWTVPU0E1TURKSU5UYzBTRFUwTTBneU5URk1NalU1SURnNU1WRTNNaklnTWpVNElEY3lOQ0F5TlRKUk56STFJREkxTUNBM01qUWdNalEyVVRjeU1TQXlORE1nTkRZd0lDMDFOa3d4T1RZZ0xUTTFObEV4T1RZZ0xUTTFOeUEwTURjZ0xUTTFOMUUwTlRrZ0xUTTFOeUExTkRnZ0xUTTFOMVEyTnpZZ0xUTTFPRkU0TVRJZ0xUTTFPQ0E0T1RZZ0xUTTFNMVF4TURZeklDMHpNekpVTVRJd05DQXRNamd6VkRFek1EY2dMVEU1TmxFeE16STRJQzB4TnpBZ01UTTBPQ0F0TVRJMFNERXpPRGhSTVRNNE9DQXRNVEkxSURFek9ERWdMVEUwTlZReE16VTJJQzB5TVRCVU1UTXlOU0F0TWprMFRERXlOamNnTFRRME9VdzJOallnTFRRMU1GRTJOQ0F0TkRVd0lEWXhJQzAwTkRoUk5UVWdMVFEwTmlBMU5TQXRORE01VVRVMUlDMDBNemNnTlRjZ0xUUXpNMHcxT1RBZ01UYzNVVFU1TUNBeE56Z2dOVFUzSURJeU1sUTBOVElnTXpZMlZETXlNaUExTkRSTU5UWWdPVEE1VERVMUlEa3lORkUxTlNBNU5EVWdOakFnT1RRNFdpSXZQanh3WVhSb0lHbGtQU0pOU2xndE1TMVVSVmd0U1MweFJEUTFOaUlnWkQwaVRURTROQ0EyTURCUk1UZzBJRFl5TkNBeU1ETWdOalF5VkRJME55QTJOakZSTWpZMUlEWTJNU0F5TnpjZ05qUTVWREk1TUNBMk1UbFJNamt3SURVNU5pQXlOekFnTlRjM1ZESXlOaUExTlRkUk1qRXhJRFUxTnlBeE9UZ2dOVFkzVkRFNE5DQTJNREJhVFRJeElESTROMUV5TVNBeU9UVWdNekFnTXpFNFZEVTBJRE0yT1ZRNU9DQTBNakJVTVRVNElEUTBNbEV4T1RjZ05EUXlJREl5TXlBME1UbFVNalV3SURNMU4xRXlOVEFnTXpRd0lESXpOaUF6TURGVU1UazJJREU1TmxReE5UUWdPRE5STVRRNUlEWXhJREUwT1NBMU1WRXhORGtnTWpZZ01UWTJJREkyVVRFM05TQXlOaUF4T0RVZ01qbFVNakE0SURRelZESXpOU0EzT0ZReU5qQWdNVE0zVVRJMk15QXhORGtnTWpZMUlERTFNVlF5T0RJZ01UVXpVVE13TWlBeE5UTWdNekF5SURFME0xRXpNRElnTVRNMUlESTVNeUF4TVRKVU1qWTRJRFl4VkRJeU15QXhNVlF4TmpFZ0xURXhVVEV5T1NBdE1URWdNVEF5SURFd1ZEYzBJRGMwVVRjMElEa3hJRGM1SURFd05sUXhNaklnTWpJd1VURTJNQ0F6TWpFZ01UWTJJRE0wTVZReE56TWdNemd3VVRFM015QTBNRFFnTVRVMklEUXdORWd4TlRSUk1USTBJRFF3TkNBNU9TQXpOekZVTmpFZ01qZzNVVFl3SURJNE5pQTFPU0F5T0RSVU5UZ2dNamd4VkRVMklESTNPVlExTXlBeU56aFVORGtnTWpjNFZEUXhJREkzT0VneU4xRXlNU0F5T0RRZ01qRWdNamczV2lJdlBqeHdZWFJvSUdsa1BTSk5TbGd0TVMxVVJWZ3RVelF0TlVJaUlHUTlJazB5TmprZ0xURXlORGxXTVRjMU1FZzFOemRXTVRZM04wZ3pOREpXTFRFeE56WklOVGMzVmkweE1qUTVTREkyT1ZvaUx6NDhjR0YwYUNCcFpEMGlUVXBZTFRFdFZFVllMVTR0TmtRaUlHUTlJazAwTVNBME5rZzFOVkU1TkNBME5pQXhNRElnTmpCV05qaFJNVEF5SURjM0lERXdNaUE1TVZReE1ESWdNVEl5VkRFd015QXhOakZVTVRBeklESXdNMUV4TURNZ01qTTBJREV3TXlBeU5qbFVNVEF5SURNeU9GWXpOVEZST1RrZ016Y3dJRGc0SURNM05sUTBNeUF6T0RWSU1qVldOREE0VVRJMUlEUXpNU0F5TnlBME16Rk1NemNnTkRNeVVUUTNJRFF6TXlBMk5TQTBNelJVTVRBeUlEUXpObEV4TVRrZ05ETTNJREV6T0NBME16aFVNVFkzSURRME1WUXhOemdnTkRReVNERTRNVlkwTURKUk1UZ3hJRE0yTkNBeE9ESWdNelkwVkRFNE55QXpOamxVTVRrNUlETTRORlF5TVRnZ05EQXlWREkwTnlBME1qRlVNamcxSURRek4xRXpNRFVnTkRReUlETXpOaUEwTkRKUk16VXhJRFEwTWlBek5qUWdORFF3VkRNNE55QTBNelJVTkRBMklEUXlObFEwTWpFZ05ERTNWRFF6TWlBME1EWlVORFF4SURNNU5WUTBORGdnTXpnMFZEUTFNaUF6TnpSVU5EVTFJRE0yTmt3ME5UY2dNell4VERRMk1DQXpOalZSTkRZeklETTJPU0EwTmpZZ016Y3pWRFEzTlNBek9EUlVORGc0SURNNU4xUTFNRE1nTkRFd1ZEVXlNeUEwTWpKVU5UUTJJRFF6TWxRMU56SWdORE01VkRZd015QTBOREpSTnpJNUlEUTBNaUEzTkRBZ016STVVVGMwTVNBek1qSWdOelF4SURFNU1GWXhNRFJSTnpReElEWTJJRGMwTXlBMU9WUTNOVFFnTkRsUk56YzFJRFEySURnd015QTBOa2c0TVRsV01FZzRNVEZNTnpnNElERlJOelkwSURJZ056TTNJREpVTmprNUlETlJOVGsySURNZ05UZzNJREJJTlRjNVZqUTJTRFU1TlZFMk5UWWdORFlnTmpVMklEWXlVVFkxTnlBMk5DQTJOVGNnTWpBd1VUWTFOaUF6TXpVZ05qVTFJRE0wTTFFMk5Ea2dNemN4SURZek5TQXpPRFZVTmpFeElEUXdNbFExT0RVZ05EQTBVVFUwTUNBME1EUWdOVEEySURNM01GRTBOemtnTXpReklEUTNNaUF6TVRWVU5EWTBJREl6TWxZeE5qaFdNVEE0VVRRMk5DQTNPQ0EwTmpVZ05qaFVORFk0SURVMVZEUTNOeUEwT1ZFME9UZ2dORFlnTlRJMklEUTJTRFUwTWxZd1NEVXpORXcxTVRBZ01WRTBPRGNnTWlBME5qQWdNbFEwTWpJZ00xRXpNVGtnTXlBek1UQWdNRWd6TURKV05EWklNekU0VVRNM09TQTBOaUF6TnprZ05qSlJNemd3SURZMElETTRNQ0F5TURCUk16YzVJRE16TlNBek56Z2dNelF6VVRNM01pQXpOekVnTXpVNElETTROVlF6TXpRZ05EQXlWRE13T0NBME1EUlJNall6SURRd05DQXlNamtnTXpjd1VUSXdNaUF6TkRNZ01UazFJRE14TlZReE9EY2dNak15VmpFMk9GWXhNRGhSTVRnM0lEYzRJREU0T0NBMk9GUXhPVEVnTlRWVU1qQXdJRFE1VVRJeU1TQTBOaUF5TkRrZ05EWklNalkxVmpCSU1qVTNUREl6TkNBeFVUSXhNQ0F5SURFNE15QXlWREUwTlNBelVUUXlJRE1nTXpNZ01FZ3lOVlkwTmtnME1Wb2lMejQ4Y0dGMGFDQnBaRDBpVFVwWUxURXRWRVZZTFU0dE5qRWlJR1E5SWsweE16Y2dNekExVkRFeE5TQXpNRFZVTnpnZ016SXdWRFl6SURNMU9WRTJNeUF6T1RRZ09UY2dOREl4VkRJeE9DQTBORGhSTWpreElEUTBPQ0F6TXpZZ05ERTJWRE01TmlBek5EQlJOREF4SURNeU5pQTBNREVnTXpBNVZEUXdNaUF4T1RSV01USTBVVFF3TWlBM05pQTBNRGNnTlRoVU5ESTRJRFF3VVRRME15QTBNQ0EwTkRnZ05UWlVORFV6SURFd09WWXhORFZJTkRrelZqRXdObEUwT1RJZ05qWWdORGt3SURVNVVUUTRNU0F5T1NBME5UVWdNVEpVTkRBd0lDMDJWRE0xTXlBeE1sUXpNamtnTlRSV05UaE1NekkzSURVMVVUTXlOU0ExTWlBek1qSWdORGxVTXpFMElEUXdWRE13TWlBeU9WUXlPRGNnTVRkVU1qWTVJRFpVTWpRM0lDMHlWREl5TVNBdE9GUXhPVEFnTFRFeFVURXpNQ0F0TVRFZ09ESWdNakJVTXpRZ01UQTNVVE0wSURFeU9DQTBNU0F4TkRkVU5qZ2dNVGc0VkRFeE5pQXlNalZVTVRrMElESTFNMVF6TURRZ01qWTRTRE14T0ZZeU9UQlJNekU0SURNeU5DQXpNVElnTXpRd1VUSTVNQ0EwTVRFZ01qRTFJRFF4TVZFeE9UY2dOREV4SURFNE1TQTBNVEJVTVRVMklEUXdObFF4TkRnZ05EQXpVVEUzTUNBek9EZ2dNVGN3SURNMU9WRXhOekFnTXpNMElERTFOQ0F6TWpCYVRURXlOaUF4TURaUk1USTJJRGMxSURFMU1DQTFNVlF5TURrZ01qWlJNalEzSURJMklESTNOaUEwT1ZRek1UVWdNVEE1VVRNeE55QXhNVFlnTXpFNElERTNOVkV6TVRnZ01qTXpJRE14TnlBeU16TlJNekE1SURJek15QXlPVFlnTWpNeVZESTFNU0F5TWpOVU1Ua3pJREl3TTFReE5EY2dNVFkyVkRFeU5pQXhNRFphSWk4K1BIQmhkR2dnYVdROUlrMUtXQzB4TFZSRldDMU9MVGM0SWlCa1BTSk5NakF4SURCUk1UZzVJRE1nTVRBeUlETlJNallnTXlBeE55QXdTREV4VmpRMlNESTFVVFE0SURRM0lEWTNJRFV5VkRrMklEWXhWREV5TVNBM09GUXhNemtnT1RaVU1UWXdJREV5TWxReE9EQWdNVFV3VERJeU5pQXlNVEJNTVRZNElESTRPRkV4TlRrZ016QXhJREUwT1NBek1UVlVNVE16SURNek5sUXhNaklnTXpVeFZERXhNeUF6TmpOVU1UQTNJRE0zTUZReE1EQWdNemMyVkRrMElETTNPVlE0T0NBek9ERlVPREFnTXpnelVUYzBJRE00TXlBME5DQXpPRFZJTVRaV05ETXhTREl6VVRVNUlEUXlPU0F4TWpZZ05ESTVVVEl4T1NBME1qa2dNakk1SURRek1VZ3lNemRXTXpnMVVUSXdNU0F6T0RFZ01qQXhJRE0yT1ZFeU1ERWdNelkzSURJeE1TQXpOVE5VTWpNNUlETXhOVlF5TmpnZ01qYzBUREkzTWlBeU56Qk1NamszSURNd05GRXpNamtnTXpRMUlETXlPU0F6TlRoUk16STVJRE0yTkNBek1qY2dNelk1VkRNeU1pQXpOelpVTXpFM0lETTRNRlF6TVRBZ016ZzBURE13TnlBek9EVklNekF5VmpRek1VZ3pNRGxSTXpJMElEUXlPQ0EwTURnZ05ESTRVVFE0TnlBME1qZ2dORGt6SURRek1VZzBPVGxXTXpnMVNEUTVNbEUwTkRNZ016ZzFJRFF4TVNBek5qaFJNemswSURNMk1DQXpOemNnTXpReFZETXhNaUF5TlRkTU1qazJJREl6Tmt3ek5UZ2dNVFV4VVRReU5DQTJNU0EwTWprZ05UZFVORFEySURVd1VUUTJOQ0EwTmlBME9Ua2dORFpJTlRFMlZqQklOVEV3U0RVd01sRTBPVFFnTVNBME9ESWdNVlEwTlRjZ01sUTBNeklnTWxRME1UUWdNMUUwTURNZ015QXpOemNnTTFRek1qY2dNVXd6TURRZ01FZ3lPVFZXTkRaSU1qazRVVE13T1NBME5pQXpNakFnTlRGVU16TXhJRFl6VVRNek1TQTJOU0F5T1RFZ01USXdUREkxTUNBeE56VlJNalE1SURFM05DQXlNVGtnTVRNelZERTROU0E0T0ZFeE9ERWdPRE1nTVRneElEYzBVVEU0TVNBMk15QXhPRGdnTlRWVU1qQTJJRFEyVVRJd09DQTBOaUF5TURnZ01qTldNRWd5TURGYUlpOCtQSEJoZEdnZ2FXUTlJazFLV0MweExWUkZXQzFUTkMweU9DSWdaRDBpVFRjMU9DQXRNVEl6TjFRM05UZ2dMVEV5TkRCVU56VXlJQzB4TWpRNVNEY3pObEUzTVRnZ0xURXlORGtnTnpFM0lDMHhNalE0VVRjeE1TQXRNVEkwTlNBMk56SWdMVEV4T1RsUk1qTTNJQzAzTURZZ01qTTNJREkxTVZRMk56SWdNVGN3TUZFMk9UY2dNVGN6TUNBM01UWWdNVGMwT1ZFM01UZ2dNVGMxTUNBM016VWdNVGMxTUVnM05USlJOelU0SURFM05EUWdOelU0SURFM05ERlJOelU0SURFM016Y2dOelF3SURFM01UTlVOamc1SURFMk5EUlVOakU1SURFMU16ZFVOVFF3SURFek9EQlVORFl6SURFeE56WlJNelE0SURnd01pQXpORGdnTWpVeFVUTTBPQ0F0TWpReUlEUTBNU0F0TlRrNVZEYzBOQ0F0TVRJeE9GRTNOVGdnTFRFeU16Y2dOelU0SUMweE1qUXdXaUl2UGp4d1lYUm9JR2xrUFNKTlNsZ3RNUzFVUlZndFNTMHhSRFExTVNJZ1pEMGlUVE0yTmlBMk9ETlJNelkzSURZNE15QTBNemdnTmpnNFZEVXhNU0EyT1RSUk5USXpJRFk1TkNBMU1qTWdOamcyVVRVeU15QTJOemtnTkRVd0lETTRORlF6TnpVZ09ETlVNemMwSURZNFVUTTNOQ0F5TmlBME1ESWdNalpSTkRFeElESTNJRFF5TWlBek5WRTBORE1nTlRVZ05EWXpJREV6TVZFME5qa2dNVFV4SURRM015QXhOVEpSTkRjMUlERTFNeUEwT0RNZ01UVXpTRFE0TjBnME9URlJOVEEySURFMU15QTFNRFlnTVRRMVVUVXdOaUF4TkRBZ05UQXpJREV5T1ZFME9UQWdOemtnTkRjeklEUTRWRFEwTlNBNFZEUXhOeUF0T0ZFME1Ea2dMVEV3SURNNU15QXRNVEJSTXpVNUlDMHhNQ0F6TXpZZ05WUXpNRFlnTXpaTU16QXdJRFV4VVRJNU9TQTFNaUF5T1RZZ05UQlJNamswSURRNElESTVNaUEwTmxFeU16TWdMVEV3SURFM01pQXRNVEJSTVRFM0lDMHhNQ0EzTlNBek1GUXpNeUF4TlRkUk16TWdNakExSURVeklESTFOVlF4TURFZ016UXhVVEUwT0NBek9UZ2dNVGsxSURReU1GUXlPREFnTkRReVVUTXpOaUEwTkRJZ016WTBJRFF3TUZFek5qa2dNemswSURNMk9TQXpPVFpSTXpjd0lEUXdNQ0F6T1RZZ05UQTFWRFF5TkNBMk1UWlJOREkwSURZeU9TQTBNVGNnTmpNeVZETTNPQ0EyTXpkSU16VTNVVE0xTVNBMk5ETWdNelV4SURZME5WUXpOVE1nTmpZMFVUTTFPQ0EyT0RNZ016WTJJRFk0TTFwTk16VXlJRE15TmxFek1qa2dOREExSURJM055QTBNRFZSTWpReUlEUXdOU0F5TVRBZ016YzBWREUyTUNBeU9UTlJNVE14SURJeE5DQXhNVGtnTVRJNVVURXhPU0F4TWpZZ01URTVJREV4T0ZReE1UZ2dNVEEyVVRFeE9DQTJNU0F4TXpZZ05EUlVNVGM1SURJMlVUSXpNeUF5TmlBeU9UQWdPVGhNTWprNElERXdPVXd6TlRJZ016STJXaUl2UGp4d1lYUm9JR2xrUFNKTlNsZ3RNUzFVUlZndFRpMDNNQ0lnWkQwaVRUTTJJQzB4TkRoSU5UQlJPRGtnTFRFME9DQTVOeUF0TVRNMFZpMHhNalpST1RjZ0xURXhPU0E1TnlBdE1UQTNWRGszSUMwM04xUTVPQ0F0TXpoVU9UZ2dObFE1T0NBMU5WUTVPQ0F4TURaUk9UZ2dNVFF3SURrNElERTNOMVE1T0NBeU5ETlVPVGdnTWprMlZEazNJRE16TlZRNU55QXpOVEZST1RRZ016Y3dJRGd6SURNM05sUXpPQ0F6T0RWSU1qQldOREE0VVRJd0lEUXpNU0F5TWlBME16Rk1NeklnTkRNeVVUUXlJRFF6TXlBMk1TQTBNelJVT1RnZ05ETTJVVEV4TlNBME16Y2dNVE0xSURRek9GUXhOalVnTkRReFZERTNOaUEwTkRKSU1UYzVWalF4Tmt3eE9EQWdNemt3VERFNE9DQXpPVGRSTWpRM0lEUTBNU0F6TWpZZ05EUXhVVFF3TnlBME5ERWdORFkwSURNM04xUTFNaklnTWpFMlVUVXlNaUF4TVRVZ05EVTNJRFV5VkRNeE1DQXRNVEZSTWpReUlDMHhNU0F4T1RBZ016Tk1NVGd5SURRd1ZpMDBOVll0TVRBeFVURTRNaUF0TVRJNElERTROQ0F0TVRNMFZERTVOU0F0TVRRMVVUSXhOaUF0TVRRNElESTBOQ0F0TVRRNFNESTJNRll0TVRrMFNESTFNa3d5TWpnZ0xURTVNMUV5TURVZ0xURTVNaUF4TnpnZ0xURTVNbFF4TkRBZ0xURTVNVkV6TnlBdE1Ua3hJREk0SUMweE9UUklNakJXTFRFME9FZ3pObHBOTkRJMElESXhPRkUwTWpRZ01qa3lJRE01TUNBek5EZFVNekExSURRd01sRXlNelFnTkRBeUlERTRNaUF6TXpkV09UaFJNakl5SURJMklESTVOQ0F5TmxFek5EVWdNallnTXpnMElEZ3dWRFF5TkNBeU1UaGFJaTgrUEhCaGRHZ2dhV1E5SWsxS1dDMHhMVlJGV0MxT0xUY3lJaUJrUFNKTk16WWdORFpJTlRCUk9Ea2dORFlnT1RjZ05qQldOamhST1RjZ056Y2dPVGNnT1RGVU9UZ2dNVEl5VkRrNElERTJNVlE1T0NBeU1ETlJPVGdnTWpNMElEazRJREkyT1ZRNU9DQXpNamhNT1RjZ016VXhVVGswSURNM01DQTRNeUF6TnpaVU16Z2dNemcxU0RJd1ZqUXdPRkV5TUNBME16RWdNaklnTkRNeFRETXlJRFF6TWxFME1pQTBNek1nTmpBZ05ETTBWRGsySURRek5sRXhNVElnTkRNM0lERXpNU0EwTXpoVU1UWXdJRFEwTVZReE56RWdORFF5U0RFM05GWXpOek5STWpFeklEUTBNU0F5TnpFZ05EUXhTREkzTjFFek1qSWdORFF4SURNME15QTBNVGxVTXpZMElETTNNMUV6TmpRZ016VXlJRE0xTVNBek16ZFVNekV6SURNeU1sRXlPRGdnTXpJeUlESTNOaUF6TXpoVU1qWXpJRE0zTWxFeU5qTWdNemd4SURJMk5TQXpPRGhVTWpjd0lEUXdNRlF5TnpNZ05EQTFVVEkzTVNBME1EY2dNalV3SURRd01WRXlNelFnTXpreklESXlOaUF6T0RaUk1UYzVJRE0wTVNBeE56a2dNakEzVmpFMU5GRXhOemtnTVRReElERTNPU0F4TWpkVU1UYzVJREV3TVZReE9EQWdPREZVTVRnd0lEWTJWall4VVRFNE1TQTFPU0F4T0RNZ05UZFVNVGc0SURVMFZERTVNeUExTVZReU1EQWdORGxVTWpBM0lEUTRWREl4TmlBME4xUXlNalVnTkRkVU1qTTFJRFEyVkRJME5TQTBOa2d5TnpaV01FZ3lOamRSTWpRNUlETWdNVFF3SUROUk16Y2dNeUF5T0NBd1NESXdWalEyU0RNMldpSXZQanh3WVhSb0lHbGtQU0pOU2xndE1TMVVSVmd0VGkwMk5TSWdaRDBpVFRJNElESXhPRkV5T0NBeU56TWdORGdnTXpFNFZEazRJRE01TVZReE5qTWdORE16VkRJeU9TQTBORGhSTWpneUlEUTBPQ0F6TWpBZ05ETXdWRE0zT0NBek9EQlVOREEySURNeE5sUTBNVFVnTWpRMVVUUXhOU0F5TXpnZ05EQTRJREl6TVVneE1qWldNakUyVVRFeU5pQTJPQ0F5TWpZZ016WlJNalEySURNd0lESTNNQ0F6TUZFek1USWdNekFnTXpReUlEWXlVVE0xT1NBM09TQXpOamtnTVRBMFRETTNPU0F4TWpoUk16Z3lJREV6TVNBek9UVWdNVE14U0RNNU9GRTBNVFVnTVRNeElEUXhOU0F4TWpGUk5ERTFJREV4TnlBME1USWdNVEE0VVRNNU15QTFNeUF6TkRrZ01qRlVNalV3SUMweE1WRXhOVFVnTFRFeElEa3lJRFU0VkRJNElESXhPRnBOTXpNeklESTNOVkV6TWpJZ05EQXpJREl6T0NBME1URklNak0yVVRJeU9DQTBNVEVnTWpJd0lEUXhNRlF4T1RVZ05EQXlWREUyTmlBek9ERlVNVFF6SURNME1GUXhNamNnTWpjMFZqSTJOMGd6TXpOV01qYzFXaUl2UGp4d1lYUm9JR2xrUFNKTlNsZ3RNUzFVUlZndFRpMDJOQ0lnWkQwaVRUTTNOaUEwT1RWUk16YzJJRFV4TVNBek56WWdOVE0xVkRNM055QTFOamhSTXpjM0lEWXhNeUF6TmpjZ05qSTBWRE14TmlBMk16ZElNams0VmpZMk1GRXlPVGdnTmpneklETXdNQ0EyT0ROTU16RXdJRFk0TkZFek1qQWdOamcxSURNek9TQTJPRFpVTXpjMklEWTRPRkV6T1RNZ05qZzVJRFF4TXlBMk9UQlVORFF6SURZNU0xUTBOVFFnTmprMFNEUTFOMVl6T1RCUk5EVTNJRGcwSURRMU9DQTRNVkUwTmpFZ05qRWdORGN5SURVMVZEVXhOeUEwTmtnMU16VldNRkUxTXpNZ01DQTBOVGtnTFRWVU16Z3dJQzB4TVVnek56TldORFJNTXpZMUlETTNVVE13TnlBdE1URWdNak0xSUMweE1WRXhOVGdnTFRFeElEazJJRFV3VkRNMElESXhOVkV6TkNBek1UVWdPVGNnTXpjNFZESTBOQ0EwTkRKUk16RTVJRFEwTWlBek56WWdNemt6VmpRNU5WcE5NemN6SURNME1sRXpNamdnTkRBMUlESTJNQ0EwTURWUk1qRXhJRFF3TlNBeE56TWdNelk1VVRFME5pQXpOREVnTVRNNUlETXdOVlF4TXpFZ01qRXhVVEV6TVNBeE5UVWdNVE00SURFeU1GUXhOek1nTlRsUk1qQXpJREkySURJMU1TQXlObEV6TWpJZ01qWWdNemN6SURFd00xWXpOREphSWk4K1BIQmhkR2dnYVdROUlrMUtXQzB4TFZSRldDMU9MVFkzSWlCa1BTSk5Nekk1SURRd09WRXpOek1nTkRVeklEUXlPU0EwTlROUk5EVTVJRFExTXlBME56SWdORE0wVkRRNE5TQXpPVFpSTkRnMUlETTRNaUEwTnpZZ016Y3hWRFEwT1NBek5qQlJOREUySURNMk1DQTBNVElnTXprd1VUUXhNQ0EwTURRZ05ERTFJRFF4TVZFME1UVWdOREV5SURReE5pQTBNVFJXTkRFMVVUTTRPQ0EwTVRJZ016WXpJRE01TTFFek5UVWdNemc0SURNMU5TQXpPRFpSTXpVMUlETTROU0F6TlRrZ016Z3hWRE0yT0NBek5qbFVNemM1SURNMU1WUXpPRGdnTXpJMVZETTVNaUF5T1RKUk16a3lJREl6TUNBek5ETWdNVGczVkRJeU1pQXhORE5STVRjeUlERTBNeUF4TWpNZ01UY3hVVEV4TWlBeE5UTWdNVEV5SURFek0xRXhNVElnT1RnZ01UTTRJRGd4VVRFME55QTNOU0F4TlRVZ056VlVNakkzSURjelVUTXhNU0EzTWlBek16VWdOamRSTXprMklEVTRJRFF6TVNBeU5sRTBOekFnTFRFeklEUTNNQ0F0TnpKUk5EY3dJQzB4TXprZ016a3lJQzB4TnpWUk16TXlJQzB5TURZZ01qVXdJQzB5TURaUk1UWTNJQzB5TURZZ01UQTNJQzB4TnpWUk1qa2dMVEUwTUNBeU9TQXROelZSTWprZ0xUTTVJRFV3SUMweE5WUTVNaUF4T0V3eE1ETWdNalJSTmpjZ05UVWdOamNnTVRBNFVUWTNJREUxTlNBNU5pQXhPVE5STlRJZ01qTTNJRFV5SURJNU1sRTFNaUF6TlRVZ01UQXlJRE01T0ZReU1qTWdORFF5VVRJM05DQTBORElnTXpFNElEUXhOa3d6TWprZ05EQTVXazB5T1RrZ016UXpVVEk1TkNBek56RWdNamN6SURNNE4xUXlNakVnTkRBMFVURTVNaUEwTURRZ01UY3hJRE00T0ZReE5EVWdNelF6VVRFME1pQXpNallnTVRReUlESTVNbEV4TkRJZ01qUTRJREUwT1NBeU1qZFVNVGM1SURFNU1sRXhPVFlnTVRneUlESXlNaUF4T0RKUk1qUTBJREU0TWlBeU5qQWdNVGc1VkRJNE15QXlNRGRVTWprMElESXlOMVF5T1RrZ01qUXlVVE13TWlBeU5UZ2dNekF5SURJNU1sUXlPVGtnTXpReldrMDBNRE1nTFRjMVVUUXdNeUF0TlRBZ016ZzVJQzB6TkZRek5EZ2dMVEV4VkRJNU9TQXRNbFF5TkRVZ01FZ3lNVGhSTVRVeElEQWdNVE00SUMwMlVURXhPQ0F0TVRVZ01UQTNJQzB6TkZRNU5TQXROelJST1RVZ0xUZzBJREV3TVNBdE9UZFVNVEl5SUMweE1qZFVNVGN3SUMweE5UVlVNalV3SUMweE5qZFJNekU1SUMweE5qY2dNell4SUMweE16bFVOREF6SUMwM05Wb2lMejQ4Y0dGMGFDQnBaRDBpVFVwWUxURXRWRVZZTFU0dE56UWlJR1E5SWsweU55QTBNakpST0RBZ05ESTJJREV3T1NBME56aFVNVFF4SURZd01GWTJNVFZJTVRneFZqUXpNVWd6TVRaV016ZzFTREU0TVZZeU5ERlJNVGd5SURFeE5pQXhPRElnTVRBd1ZERTRPU0EyT0ZFeU1ETWdNamtnTWpNNElESTVVVEk0TWlBeU9TQXlPVElnTVRBd1VUSTVNeUF4TURnZ01qa3pJREUwTmxZeE9ERklNek16VmpFME5sWXhNelJSTXpNeklEVTNJREk1TVNBeE4xRXlOalFnTFRFd0lESXlNU0F0TVRCUk1UZzNJQzB4TUNBeE5qSWdNbFF4TWpRZ016TlVNVEExSURZNFZEazRJREV3TUZFNU55QXhNRGNnT1RjZ01qUTRWak00TlVneE9GWTBNakpJTWpkYUlpOCtQSEJoZEdnZ2FXUTlJazFLV0MweExWUkZXQzFPTFRKRElpQmtQU0pOTnpnZ016VlVOemdnTmpCVU9UUWdNVEF6VkRFek55QXhNakZSTVRZMUlERXlNU0F4T0RjZ09UWlVNakV3SURoUk1qRXdJQzB5TnlBeU1ERWdMVFl3VkRFNE1DQXRNVEUzVkRFMU5DQXRNVFU0VkRFek1DQXRNVGcxVkRFeE55QXRNVGswVVRFeE15QXRNVGswSURFd05DQXRNVGcxVkRrMUlDMHhOekpST1RVZ0xURTJPQ0F4TURZZ0xURTFObFF4TXpFZ0xURXlObFF4TlRjZ0xUYzJWREUzTXlBdE0xWTVUREUzTWlBNFVURTNNQ0EzSURFMk55QTJWREUyTVNBelZERTFNaUF4VkRFME1DQXdVVEV4TXlBd0lEazJJREUzV2lJdlBqeHdZWFJvSUdsa1BTSk5TbGd0TVMxVVJWZ3RVelF0TWpraUlHUTlJazB6TXlBeE56UXhVVE16SURFM05UQWdOVEVnTVRjMU1FZzJNRWcyTlZFM015QXhOelV3SURneElERTNORE5VTVRFNUlERTNNREJSTlRVMElERXlNRGNnTlRVMElESTFNVkUxTlRRZ0xUY3dOeUF4TVRrZ0xURXhPVGxSTnpZZ0xURXlOVEFnTmpZZ0xURXlOVEJSTmpVZ0xURXlOVEFnTmpJZ0xURXlOVEJVTlRZZ0xURXlORGxSTlRVZ0xURXlORGtnTlRNZ0xURXlORGxVTkRrZ0xURXlOVEJSTXpNZ0xURXlOVEFnTXpNZ0xURXlNemxSTXpNZ0xURXlNellnTlRBZ0xURXlNVFJVT1RnZ0xURXhOVEJVTVRZeklDMHhNRFV5VkRJek9DQXRPVEV3VkRNeE1TQXROekkzVVRRME15QXRNek0xSURRME15QXlOVEZSTkRReklEUXdNaUEwTXpZZ05UTXlWRFF3TlNBNE16RlVNek01SURFeE5ESlVNakkwSURFME16aFVOVEFnTVRjeE5sRXpNeUF4TnpNM0lETXpJREUzTkRGYUlpOCtQSEJoZEdnZ2FXUTlJazFLV0MweExWUkZXQzFPTFRORElpQmtQU0pOTmprMElDMHhNVlEyT1RRZ0xURTVWRFk0T0NBdE16TlVOamM0SUMwME1GRTJOekVnTFRRd0lEVXlOQ0F5T1ZReU16UWdNVFkyVERrd0lESXpOVkU0TXlBeU5EQWdPRE1nTWpVd1VUZ3pJREkyTVNBNU1TQXlOalpSTmpZMElEVTBNQ0EyTnpnZ05UUXdVVFk0TVNBMU5EQWdOamczSURVek5GUTJPVFFnTlRFNVZEWTROeUExTURWUk5qZzJJRFV3TkNBME1UY2dNemMyVERFMU1TQXlOVEJNTkRFM0lERXlORkUyT0RZZ0xUUWdOamczSUMwMVVUWTVOQ0F0TVRFZ05qazBJQzB4T1ZvaUx6NDhjR0YwYUNCcFpEMGlUVXBZTFRFdFZFVllMVWt0TVVRME5qRWlJR1E5SWsweU5pQXpPRFZSTVRrZ016a3lJREU1SURNNU5WRXhPU0F6T1RrZ01qSWdOREV4VkRJM0lEUXlOVkV5T1NBME16QWdNellnTkRNd1ZEZzNJRFF6TVVneE5EQk1NVFU1SURVeE1WRXhOaklnTlRJeUlERTJOaUExTkRCVU1UY3pJRFUyTmxReE56a2dOVGcyVkRFNE55QTJNRE5VTVRrM0lEWXhOVlF5TVRFZ05qSTBWREl5T1NBMk1qWlJNalEzSURZeU5TQXlOVFFnTmpFMVZESTJNU0ExT1RaUk1qWXhJRFU0T1NBeU5USWdOVFE1VkRJek1pQTBOekJNTWpJeUlEUXpNMUV5TWpJZ05ETXhJREkzTWlBME16RklNekl6VVRNek1DQTBNalFnTXpNd0lEUXlNRkV6TXpBZ016azRJRE14TnlBek9EVklNakV3VERFM05DQXlOREJSTVRNMUlEZ3dJREV6TlNBMk9GRXhNelVnTWpZZ01UWXlJREkyVVRFNU55QXlOaUF5TXpBZ05qQlVNamd6SURFME5GRXlPRFVnTVRVd0lESTRPQ0F4TlRGVU16QXpJREUxTTBnek1EZFJNekl5SURFMU15QXpNaklnTVRRMVVUTXlNaUF4TkRJZ016RTVJREV6TTFFek1UUWdNVEUzSURNd01TQTVOVlF5TmpjZ05EaFVNakUySURaVU1UVTFJQzB4TVZFeE1qVWdMVEV4SURrNElEUlVOVGtnTlRaUk5UY2dOalFnTlRjZ09ETldNVEF4VERreUlESTBNVkV4TWpjZ016Z3lJREV5T0NBek9ETlJNVEk0SURNNE5TQTNOeUF6T0RWSU1qWmFJaTgrUEhCaGRHZ2dhV1E5SWsxS1dDMHhMVlJGV0MxVE5DMDFSQ0lnWkQwaVRUVWdNVFkzTjFZeE56VXdTRE14TTFZdE1USTBPVWcxVmkweE1UYzJTREkwTUZZeE5qYzNTRFZhSWk4K1BDOWtaV1p6UGp4bklITjBjbTlyWlQwaVkzVnljbVZ1ZEVOdmJHOXlJaUJtYVd4c1BTSmpkWEp5Wlc1MFEyOXNiM0lpSUhOMGNtOXJaUzEzYVdSMGFEMGlNQ0lnZEhKaGJuTm1iM0p0UFNKelkyRnNaU2d4TEMweEtTSStQR2NnWkdGMFlTMXRiV3d0Ym05a1pUMGliV0YwYUNJK1BHY2daR0YwWVMxdGJXd3RibTlrWlQwaWJYTjFZaUkrUEdjZ1pHRjBZUzF0Yld3dGJtOWtaVDBpYldraVBqeDFjMlVnWkdGMFlTMWpQU0l4UkRaR1JpSWdlR3hwYm1zNmFISmxaajBpSTAxS1dDMHhMVlJGV0MxSkxURkVOa1pHSWk4K1BDOW5QanhuSUdSaGRHRXRiVzFzTFc1dlpHVTlJbFJsV0VGMGIyMGlJSFJ5WVc1elptOXliVDBpZEhKaGJuTnNZWFJsS0RRM055d3RNVFV3S1NCelkyRnNaU2d3TGpjd055a2lJR1JoZEdFdGJXcDRMWFJsZUdOc1lYTnpQU0pQVWtRaVBqeG5JR1JoZEdFdGJXMXNMVzV2WkdVOUltMXBJajQ4ZFhObElHUmhkR0V0WXowaU1VUTNNRFlpSUhoc2FXNXJPbWh5WldZOUlpTk5TbGd0TVMxVVJWZ3RTUzB4UkRjd05pSXZQand2Wno0OEwyYytQQzluUGp4bklHUmhkR0V0Ylcxc0xXNXZaR1U5SW0xdklpQjBjbUZ1YzJadmNtMDlJblJ5WVc1emJHRjBaU2d4TWpFM0xEQXBJajQ4ZFhObElHUmhkR0V0WXowaU0wUWlJSGhzYVc1ck9taHlaV1k5SWlOTlNsZ3RNUzFVUlZndFRpMHpSQ0l2UGp3dlp6NDhaeUJrWVhSaExXMXRiQzF1YjJSbFBTSnRabkpoWXlJZ2RISmhibk5tYjNKdFBTSjBjbUZ1YzJ4aGRHVW9NakkzTWk0NExEQXBJajQ4WnlCa1lYUmhMVzF0YkMxdWIyUmxQU0p0YmlJZ2RISmhibk5tYjNKdFBTSjBjbUZ1YzJ4aGRHVW9NamN3TERZM05pa2lQangxYzJVZ1pHRjBZUzFqUFNJek1TSWdlR3hwYm1zNmFISmxaajBpSTAxS1dDMHhMVlJGV0MxT0xUTXhJaTgrUEM5blBqeG5JR1JoZEdFdGJXMXNMVzV2WkdVOUltMXBJaUIwY21GdWMyWnZjbTA5SW5SeVlXNXpiR0YwWlNneU1qQXNMVFk0TmlraVBqeDFjMlVnWkdGMFlTMWpQU0l4UkRRMVFpSWdlR3hwYm1zNmFISmxaajBpSTAxS1dDMHhMVlJGV0MxSkxURkVORFZDSWk4K1BDOW5Qanh5WldOMElIZHBaSFJvUFNJNE1EQWlJR2hsYVdkb2REMGlOakFpSUhnOUlqRXlNQ0lnZVQwaU1qSXdJaTgrUEM5blBqeG5JR1JoZEdFdGJXMXNMVzV2WkdVOUltMTFibVJsY205MlpYSWlJSFJ5WVc1elptOXliVDBpZEhKaGJuTnNZWFJsS0RNME56a3VOU3d3S1NJK1BHY2daR0YwWVMxdGJXd3RibTlrWlQwaWJXOGlQangxYzJVZ1pHRjBZUzFqUFNJeU1qRXhJaUI0YkdsdWF6cG9jbVZtUFNJalRVcFlMVEV0VkVWWUxVeFBMVEl5TVRFaUx6NDhMMmMrUEdjZ1pHRjBZUzF0Yld3dGJtOWtaVDBpVkdWWVFYUnZiU0lnZEhKaGJuTm1iM0p0UFNKMGNtRnVjMnhoZEdVb01UUTRMaklzTFRFd09EY3VPU2tnYzJOaGJHVW9NQzQzTURjcElpQmtZWFJoTFcxcWVDMTBaWGhqYkdGemN6MGlUMUpFSWo0OFp5QmtZWFJoTFcxdGJDMXViMlJsUFNKdGFTSStQSFZ6WlNCa1lYUmhMV005SWpGRU5EVTJJaUI0YkdsdWF6cG9jbVZtUFNJalRVcFlMVEV0VkVWWUxVa3RNVVEwTlRZaUx6NDhMMmMrUEdjZ1pHRjBZUzF0Yld3dGJtOWtaVDBpYlc4aUlIUnlZVzV6Wm05eWJUMGlkSEpoYm5Oc1lYUmxLRE0wTlN3d0tTSStQSFZ6WlNCa1lYUmhMV005SWpORUlpQjRiR2x1YXpwb2NtVm1QU0lqVFVwWUxURXRWRVZZTFU0dE0wUWlMejQ4TDJjK1BHY2daR0YwWVMxdGJXd3RibTlrWlQwaWJXNGlJSFJ5WVc1elptOXliVDBpZEhKaGJuTnNZWFJsS0RFeE1qTXNNQ2tpUGp4MWMyVWdaR0YwWVMxalBTSXpNU0lnZUd4cGJtczZhSEpsWmowaUkwMUtXQzB4TFZSRldDMU9MVE14SWk4K1BDOW5Qand2Wno0OFp5QmtZWFJoTFcxdGJDMXViMlJsUFNKVVpWaEJkRzl0SWlCMGNtRnVjMlp2Y20wOUluUnlZVzV6YkdGMFpTZzFNRGt1T1N3eE1UVXdLU0J6WTJGc1pTZ3dMamN3TnlraUlHUmhkR0V0YldwNExYUmxlR05zWVhOelBTSlBVa1FpUGp4bklHUmhkR0V0Ylcxc0xXNXZaR1U5SW0xcElqNDhkWE5sSUdSaGRHRXRZejBpTVVRME5VSWlJSGhzYVc1ck9taHlaV1k5SWlOTlNsZ3RNUzFVUlZndFNTMHhSRFExUWlJdlBqd3ZaejQ4TDJjK1BDOW5QanhuSUdSaGRHRXRiVzFzTFc1dlpHVTlJbTF5YjNjaUlIUnlZVzV6Wm05eWJUMGlkSEpoYm5Oc1lYUmxLRFV3T1RBdU1Td3dLU0krUEdjZ1pHRjBZUzF0Yld3dGJtOWtaVDBpYlc4aUlIUnlZVzV6Wm05eWJUMGlkSEpoYm5Oc1lYUmxLREFnTFRBdU5Ta2lQangxYzJVZ1pHRjBZUzFqUFNJMVFpSWdlR3hwYm1zNmFISmxaajBpSTAxS1dDMHhMVlJGV0MxVE5DMDFRaUl2UGp3dlp6NDhaeUJrWVhSaExXMXRiQzF1YjJSbFBTSnRieUlnZEhKaGJuTm1iM0p0UFNKMGNtRnVjMnhoZEdVb05UZ3pMREFwSWo0OGRYTmxJR1JoZEdFdFl6MGlOa1FpSUhoc2FXNXJPbWh5WldZOUlpTk5TbGd0TVMxVVJWZ3RUaTAyUkNJdlBqeDFjMlVnWkdGMFlTMWpQU0kyTVNJZ2VHeHBibXM2YUhKbFpqMGlJMDFLV0MweExWUkZXQzFPTFRZeElpQjBjbUZ1YzJadmNtMDlJblJ5WVc1emJHRjBaU2c0TXpNc01Da2lMejQ4ZFhObElHUmhkR0V0WXowaU56Z2lJSGhzYVc1ck9taHlaV1k5SWlOTlNsZ3RNUzFVUlZndFRpMDNPQ0lnZEhKaGJuTm1iM0p0UFNKMGNtRnVjMnhoZEdVb01UTXpNeXd3S1NJdlBqd3ZaejQ4WnlCa1lYUmhMVzF0YkMxdWIyUmxQU0p0Y205M0lpQjBjbUZ1YzJadmNtMDlJblJ5WVc1emJHRjBaU2d5TmpFd0xqY3NNQ2tpUGp4bklHUmhkR0V0Ylcxc0xXNXZaR1U5SW0xdklpQjBjbUZ1YzJadmNtMDlJblJ5WVc1emJHRjBaU2d3SUMwd0xqVXBJajQ4ZFhObElHUmhkR0V0WXowaU1qZ2lJSGhzYVc1ck9taHlaV1k5SWlOTlNsZ3RNUzFVUlZndFV6UXRNamdpTHo0OEwyYytQR2NnWkdGMFlTMXRiV3d0Ym05a1pUMGliV1p5WVdNaUlIUnlZVzV6Wm05eWJUMGlkSEpoYm5Oc1lYUmxLRGM1TWl3d0tTSStQR2NnWkdGMFlTMXRiV3d0Ym05a1pUMGliWE4xWW5OMWNDSWdkSEpoYm5ObWIzSnRQU0owY21GdWMyeGhkR1VvTWpJd0xEYzJNUzQyS1NJK1BHY2daR0YwWVMxdGJXd3RibTlrWlQwaWJXa2lQangxYzJVZ1pHRjBZUzFqUFNJeFJEUTFNU0lnZUd4cGJtczZhSEpsWmowaUkwMUtXQzB4TFZSRldDMUpMVEZFTkRVeElpOCtQQzluUGp4bklHUmhkR0V0Ylcxc0xXNXZaR1U5SWxSbFdFRjBiMjBpSUhSeVlXNXpabTl5YlQwaWRISmhibk5zWVhSbEtEVTFNeXcwT1RBdU9Da2djMk5oYkdVb01DNDNNRGNwSWlCa1lYUmhMVzFxZUMxMFpYaGpiR0Z6Y3owaVQxSkVJajQ4WnlCa1lYUmhMVzF0YkMxdWIyUmxQU0p0ZEdWNGRDSStQSFZ6WlNCa1lYUmhMV005SWpjd0lpQjRiR2x1YXpwb2NtVm1QU0lqVFVwWUxURXRWRVZZTFU0dE56QWlMejQ4ZFhObElHUmhkR0V0WXowaU56SWlJSGhzYVc1ck9taHlaV1k5SWlOTlNsZ3RNUzFVUlZndFRpMDNNaUlnZEhKaGJuTm1iM0p0UFNKMGNtRnVjMnhoZEdVb05UVTJMREFwSWk4K1BIVnpaU0JrWVhSaExXTTlJalkxSWlCNGJHbHVhenBvY21WbVBTSWpUVXBZTFRFdFZFVllMVTR0TmpVaUlIUnlZVzV6Wm05eWJUMGlkSEpoYm5Oc1lYUmxLRGswT0N3d0tTSXZQangxYzJVZ1pHRjBZUzFqUFNJMk5DSWdlR3hwYm1zNmFISmxaajBpSTAxS1dDMHhMVlJGV0MxT0xUWTBJaUIwY21GdWMyWnZjbTA5SW5SeVlXNXpiR0YwWlNneE16a3lMREFwSWk4K1BDOW5Qand2Wno0OFp5QmtZWFJoTFcxdGJDMXViMlJsUFNKVVpWaEJkRzl0SWlCMGNtRnVjMlp2Y20wOUluUnlZVzV6YkdGMFpTZzFOVE1zTFRJNU15NDRLU0J6WTJGc1pTZ3dMamN3TnlraUlHUmhkR0V0YldwNExYUmxlR05zWVhOelBTSlBVa1FpUGp4bklHUmhkR0V0Ylcxc0xXNXZaR1U5SW0xcElqNDhkWE5sSUdSaGRHRXRZejBpTVVRME5UWWlJSGhzYVc1ck9taHlaV1k5SWlOTlNsZ3RNUzFVUlZndFNTMHhSRFExTmlJdlBqd3ZaejQ4TDJjK1BDOW5QanhuSUdSaGRHRXRiVzFzTFc1dlpHVTlJbTF6ZFdKemRYQWlJSFJ5WVc1elptOXliVDBpZEhKaGJuTnNZWFJsS0RVNU5DNDBMQzA0T1RRdU1Ta2lQanhuSUdSaGRHRXRiVzFzTFc1dlpHVTlJbTFwSWo0OGRYTmxJR1JoZEdFdFl6MGlNVVEwTlRFaUlIaHNhVzVyT21oeVpXWTlJaU5OU2xndE1TMVVSVmd0U1MweFJEUTFNU0l2UGp3dlp6NDhaeUJrWVhSaExXMXRiQzF1YjJSbFBTSlVaVmhCZEc5dElpQjBjbUZ1YzJadmNtMDlJblJ5WVc1emJHRjBaU2cxTlRNc05EazVMak1wSUhOallXeGxLREF1TnpBM0tTSWdaR0YwWVMxdGFuZ3RkR1Y0WTJ4aGMzTTlJazlTUkNJK1BHY2daR0YwWVMxdGJXd3RibTlrWlQwaWJYUmxlSFFpUGp4MWMyVWdaR0YwWVMxalBTSTJOeUlnZUd4cGJtczZhSEpsWmowaUkwMUtXQzB4TFZSRldDMU9MVFkzSWk4K1BIVnpaU0JrWVhSaExXTTlJamMwSWlCNGJHbHVhenBvY21WbVBTSWpUVXBZTFRFdFZFVllMVTR0TnpRaUlIUnlZVzV6Wm05eWJUMGlkSEpoYm5Oc1lYUmxLRFV3TUN3d0tTSXZQand2Wno0OEwyYytQR2NnWkdGMFlTMXRiV3d0Ym05a1pUMGlWR1ZZUVhSdmJTSWdkSEpoYm5ObWIzSnRQU0owY21GdWMyeGhkR1VvTlRVekxDMHlPVE11T0NrZ2MyTmhiR1VvTUM0M01EY3BJaUJrWVhSaExXMXFlQzEwWlhoamJHRnpjejBpVDFKRUlqNDhaeUJrWVhSaExXMXRiQzF1YjJSbFBTSnRhU0krUEhWelpTQmtZWFJoTFdNOUlqRkVORFUySWlCNGJHbHVhenBvY21WbVBTSWpUVXBZTFRFdFZFVllMVWt0TVVRME5UWWlMejQ4TDJjK1BDOW5Qand2Wno0OGNtVmpkQ0IzYVdSMGFEMGlNakU0TUM0MElpQm9aV2xuYUhROUlqWXdJaUI0UFNJeE1qQWlJSGs5SWpJeU1DSXZQand2Wno0OFp5QmtZWFJoTFcxdGJDMXViMlJsUFNKdGJ5SWdkSEpoYm5ObWIzSnRQU0owY21GdWMyeGhkR1VvTXpJeE1pNDBMREFwSWo0OGRYTmxJR1JoZEdFdFl6MGlNa01pSUhoc2FXNXJPbWh5WldZOUlpTk5TbGd0TVMxVVJWZ3RUaTB5UXlJdlBqd3ZaejQ4WnlCa1lYUmhMVzF0YkMxdWIyUmxQU0p0Wm5KaFl5SWdkSEpoYm5ObWIzSnRQU0owY21GdWMyeGhkR1VvTXpZMU55NHhMREFwSWo0OFp5QmtZWFJoTFcxdGJDMXViMlJsUFNKdGMzVmljM1Z3SWlCMGNtRnVjMlp2Y20wOUluUnlZVzV6YkdGMFpTZzFPVFF1TkN3M05qRXVOaWtpUGp4bklHUmhkR0V0Ylcxc0xXNXZaR1U5SW0xcElqNDhkWE5sSUdSaGRHRXRZejBpTVVRME5URWlJSGhzYVc1ck9taHlaV1k5SWlOTlNsZ3RNUzFVUlZndFNTMHhSRFExTVNJdlBqd3ZaejQ4WnlCa1lYUmhMVzF0YkMxdWIyUmxQU0pVWlZoQmRHOXRJaUIwY21GdWMyWnZjbTA5SW5SeVlXNXpiR0YwWlNnMU5UTXNORGs1TGpNcElITmpZV3hsS0RBdU56QTNLU0lnWkdGMFlTMXRhbmd0ZEdWNFkyeGhjM005SWs5U1JDSStQR2NnWkdGMFlTMXRiV3d0Ym05a1pUMGliWFJsZUhRaVBqeDFjMlVnWkdGMFlTMWpQU0kyTnlJZ2VHeHBibXM2YUhKbFpqMGlJMDFLV0MweExWUkZXQzFPTFRZM0lpOCtQSFZ6WlNCa1lYUmhMV005SWpjMElpQjRiR2x1YXpwb2NtVm1QU0lqVFVwWUxURXRWRVZZTFU0dE56UWlJSFJ5WVc1elptOXliVDBpZEhKaGJuTnNZWFJsS0RVd01Dd3dLU0l2UGp3dlp6NDhMMmMrUEdjZ1pHRjBZUzF0Yld3dGJtOWtaVDBpVkdWWVFYUnZiU0lnZEhKaGJuTm1iM0p0UFNKMGNtRnVjMnhoZEdVb05UVXpMQzB5T1RNdU9Da2djMk5oYkdVb01DNDNNRGNwSWlCa1lYUmhMVzFxZUMxMFpYaGpiR0Z6Y3owaVQxSkVJajQ4WnlCa1lYUmhMVzF0YkMxdWIyUmxQU0p0YVNJK1BIVnpaU0JrWVhSaExXTTlJakZFTkRVMklpQjRiR2x1YXpwb2NtVm1QU0lqVFVwWUxURXRWRVZZTFVrdE1VUTBOVFlpTHo0OEwyYytQQzluUGp3dlp6NDhaeUJrWVhSaExXMXRiQzF1YjJSbFBTSnRjM1ZpYzNWd0lpQjBjbUZ1YzJadmNtMDlJblJ5WVc1emJHRjBaU2d5TWpBc0xUazBNUzQxS1NJK1BHY2daR0YwWVMxdGJXd3RibTlrWlQwaWJXa2lQangxYzJVZ1pHRjBZUzFqUFNJeFJEUTFNU0lnZUd4cGJtczZhSEpsWmowaUkwMUtXQzB4TFZSRldDMUpMVEZFTkRVeElpOCtQQzluUGp4bklHUmhkR0V0Ylcxc0xXNXZaR1U5SWxSbFdFRjBiMjBpSUhSeVlXNXpabTl5YlQwaWRISmhibk5zWVhSbEtEVTFNeXcwT1RBdU9Da2djMk5oYkdVb01DNDNNRGNwSWlCa1lYUmhMVzFxZUMxMFpYaGpiR0Z6Y3owaVQxSkVJajQ4WnlCa1lYUmhMVzF0YkMxdWIyUmxQU0p0ZEdWNGRDSStQSFZ6WlNCa1lYUmhMV005SWpjd0lpQjRiR2x1YXpwb2NtVm1QU0lqVFVwWUxURXRWRVZZTFU0dE56QWlMejQ4ZFhObElHUmhkR0V0WXowaU56SWlJSGhzYVc1ck9taHlaV1k5SWlOTlNsZ3RNUzFVUlZndFRpMDNNaUlnZEhKaGJuTm1iM0p0UFNKMGNtRnVjMnhoZEdVb05UVTJMREFwSWk4K1BIVnpaU0JrWVhSaExXTTlJalkxSWlCNGJHbHVhenBvY21WbVBTSWpUVXBZTFRFdFZFVllMVTR0TmpVaUlIUnlZVzV6Wm05eWJUMGlkSEpoYm5Oc1lYUmxLRGswT0N3d0tTSXZQangxYzJVZ1pHRjBZUzFqUFNJMk5DSWdlR3hwYm1zNmFISmxaajBpSTAxS1dDMHhMVlJGV0MxT0xUWTBJaUIwY21GdWMyWnZjbTA5SW5SeVlXNXpiR0YwWlNneE16a3lMREFwSWk4K1BDOW5Qand2Wno0OFp5QmtZWFJoTFcxdGJDMXViMlJsUFNKVVpWaEJkRzl0SWlCMGNtRnVjMlp2Y20wOUluUnlZVzV6YkdGMFpTZzFOVE1zTFRJNU15NDRLU0J6WTJGc1pTZ3dMamN3TnlraUlHUmhkR0V0YldwNExYUmxlR05zWVhOelBTSlBVa1FpUGp4bklHUmhkR0V0Ylcxc0xXNXZaR1U5SW0xcElqNDhkWE5sSUdSaGRHRXRZejBpTVVRME5UWWlJSGhzYVc1ck9taHlaV1k5SWlOTlNsZ3RNUzFVUlZndFNTMHhSRFExTmlJdlBqd3ZaejQ4TDJjK1BDOW5Qanh5WldOMElIZHBaSFJvUFNJeU1UZ3dMalFpSUdobGFXZG9kRDBpTmpBaUlIZzlJakV5TUNJZ2VUMGlNakl3SWk4K1BDOW5QanhuSUdSaGRHRXRiVzFzTFc1dlpHVTlJbTF2SWlCMGNtRnVjMlp2Y20wOUluUnlZVzV6YkdGMFpTZzJNRGMzTGpZc01Da2dkSEpoYm5Oc1lYUmxLREFnTFRBdU5Ta2lQangxYzJVZ1pHRjBZUzFqUFNJeU9TSWdlR3hwYm1zNmFISmxaajBpSTAxS1dDMHhMVlJGV0MxVE5DMHlPU0l2UGp3dlp6NDhMMmMrUEdjZ1pHRjBZUzF0Yld3dGJtOWtaVDBpYlc4aUlIUnlZVzV6Wm05eWJUMGlkSEpoYm5Oc1lYUmxLRGszTlRnc01Da2lQangxYzJVZ1pHRjBZUzFqUFNJelF5SWdlR3hwYm1zNmFISmxaajBpSTAxS1dDMHhMVlJGV0MxT0xUTkRJaTgrUEM5blBqeG5JR1JoZEdFdGJXMXNMVzV2WkdVOUltMXpkV0lpSUhSeVlXNXpabTl5YlQwaWRISmhibk5zWVhSbEtERXdPREV6TGpnc01Da2lQanhuSUdSaGRHRXRiVzFzTFc1dlpHVTlJbTFwSWo0OGRYTmxJR1JoZEdFdFl6MGlNVVEwTmpFaUlIaHNhVzVyT21oeVpXWTlJaU5OU2xndE1TMVVSVmd0U1MweFJEUTJNU0l2UGp3dlp6NDhaeUJrWVhSaExXMXRiQzF1YjJSbFBTSlVaVmhCZEc5dElpQjBjbUZ1YzJadmNtMDlJblJ5WVc1emJHRjBaU2d6T1RRc0xURTFNQ2tnYzJOaGJHVW9NQzQzTURjcElpQmtZWFJoTFcxcWVDMTBaWGhqYkdGemN6MGlUMUpFSWo0OFp5QmtZWFJoTFcxdGJDMXViMlJsUFNKdGFTSStQSFZ6WlNCa1lYUmhMV005SWpGRU56QTJJaUI0YkdsdWF6cG9jbVZtUFNJalRVcFlMVEV0VkVWWUxVa3RNVVEzTURZaUx6NDhMMmMrUEM5blBqd3ZaejQ4WnlCa1lYUmhMVzF0YkMxdWIyUmxQU0p0YnlJZ2RISmhibk5tYjNKdFBTSjBjbUZ1YzJ4aGRHVW9NVEUyTnpBc01Da2dkSEpoYm5Oc1lYUmxLREFnTFRBdU5Ta2lQangxYzJVZ1pHRjBZUzFqUFNJMVJDSWdlR3hwYm1zNmFISmxaajBpSTAxS1dDMHhMVlJGV0MxVE5DMDFSQ0l2UGp3dlp6NDhMMmMrUEM5blBqd3ZaejQ4TDNOMlp6ND0iLAoJIlJlYWxWaWV3U2l6ZUpzb24iIDogIntcImhlaWdodFwiOjEwNTMuNTcxMzk1ODc0MDIzNCxcIndpZHRoXCI6NjEwNy4xNDI5NDQzMzU5Mzc1fSIKfQo="/>
    </extobj>
    <extobj name="2384804F-3998-4D57-9195-F3826E402611-8">
      <extobjdata type="2384804F-3998-4D57-9195-F3826E402611" data="ewoJIkltZ1NldHRpbmdKc29uIiA6ICJ7XCJoZWlnaHRcIjoxNi45NjQyODU3MTQyODU3MSxcIndpZHRoXCI6MTg0LjgyMTQyODU3MTQyODU2fSIsCgkiTGF0ZXgiIDogIkYgPSBGX3tcXHRleHR7cHJlfX0gXFxjaXJjIEZfe1xcdGV4dHtoeWJyaWR9fSBcXGNpcmMgRl97XFx0ZXh0e3Bvc3R9fSIsCgkiTGF0ZXhJbWdCYXNlNjQiIDogIlBITjJaeUI0Yld4dWN6MGlhSFIwY0RvdkwzZDNkeTUzTXk1dmNtY3ZNakF3TUM5emRtY2lJSGRwWkhSb1BTSXlNeTQyTmpkbGVDSWdhR1ZwWjJoMFBTSXlMakl3TkdWNElpQnliMnhsUFNKcGJXY2lJR1p2WTNWellXSnNaVDBpWm1Gc2MyVWlJSFpwWlhkQ2IzZzlJakFnTFRZNE1DQXhNRFEyTUM0M0lEazNOQzR5SWlCNGJXeHVjenA0YkdsdWF6MGlhSFIwY0RvdkwzZDNkeTUzTXk1dmNtY3ZNVGs1T1M5NGJHbHVheUlnWVhKcFlTMW9hV1JrWlc0OUluUnlkV1VpSUhOMGVXeGxQU0oyWlhKMGFXTmhiQzFoYkdsbmJqb2dMVEF1TmpZMlpYZzdJRzFoZUMxM2FXUjBhRG9nT1RnbE95SStQR1JsWm5NK1BIQmhkR2dnYVdROUlrMUtXQzB4T0MxVVJWZ3RTUzB4UkRRek9TSWdaRDBpVFRRNElERlJNekVnTVNBek1TQXhNVkV6TVNBeE15QXpOQ0F5TlZFek9DQTBNU0EwTWlBME0xUTJOU0EwTmxFNU1pQTBOaUF4TWpVZ05EbFJNVE01SURVeUlERTBOQ0EyTVZFeE5EWWdOallnTWpFMUlETTBNbFF5T0RVZ05qSXlVVEk0TlNBMk1qa2dNamd4SURZeU9WRXlOek1nTmpNeUlESXlPQ0EyTXpSSU1UazNVVEU1TVNBMk5EQWdNVGt4SURZME1sUXhPVE1nTmpVNVVURTVOeUEyTnpZZ01qQXpJRFk0TUVnM05ESlJOelE1SURZM05pQTNORGtnTmpZNVVUYzBPU0EyTmpRZ056TTJJRFUxTjFRM01qSWdORFEzVVRjeU1DQTBOREFnTnpBeUlEUTBNRWcyT1RCUk5qZ3pJRFEwTlNBMk9ETWdORFV6VVRZNE15QTBOVFFnTmpnMklEUTNOMVEyT0RrZ05UTXdVVFk0T1NBMU5qQWdOamd5SURVM09WUTJOak1nTmpFd1ZEWXlOaUEyTWpaVU5UYzFJRFl6TTFRMU1ETWdOak0wU0RRNE1GRXpPVGdnTmpNeklETTVNeUEyTXpGUk16ZzRJRFl5T1NBek9EWWdOakl6VVRNNE5TQTJNaklnTXpVeUlEUTVNa3d6TWpBZ016WXpTRE0zTlZFek56Z2dNell6SURNNU9DQXpOak5VTkRJMklETTJORlEwTkRnZ016WTNWRFEzTWlBek56UlVORGc1SURNNE5sRTFNRElnTXprNElEVXhNU0EwTVRsVU5USTBJRFExTjFRMU1qa2dORGMxVVRVek1pQTBPREFnTlRRNElEUTRNRWcxTmpCUk5UWTNJRFEzTlNBMU5qY2dORGN3VVRVMk55QTBOamNnTlRNMklETXpPVlExTURJZ01qQTNVVFV3TUNBeU1EQWdORGd5SURJd01FZzBOekJSTkRZeklESXdOaUEwTmpNZ01qRXlVVFEyTXlBeU1UVWdORFk0SURJek5GUTBOek1nTWpjMFVUUTNNeUF6TURNZ05EVXpJRE14TUZRek5qUWdNekUzU0RNd09Vd3lOemNnTVRrd1VUSTBOU0EyTmlBeU5EVWdOakJSTWpRMUlEUTJJRE16TkNBME5rZ3pOVGxSTXpZMUlEUXdJRE0yTlNBek9WUXpOak1nTVRsUk16VTVJRFlnTXpVeklEQklNek0yVVRJNU5TQXlJREU0TlNBeVVURXlNQ0F5SURnMklESlVORGdnTVZvaUx6NDhjR0YwYUNCcFpEMGlUVXBZTFRFNE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UZ3RWRVZZTFU0dE56QWlJR1E5SWswek5pQXRNVFE0U0RVd1VUZzVJQzB4TkRnZ09UY2dMVEV6TkZZdE1USTJVVGszSUMweE1Ua2dPVGNnTFRFd04xUTVOeUF0TnpkVU9UZ2dMVE00VkRrNElEWlVPVGdnTlRWVU9UZ2dNVEEyVVRrNElERTBNQ0E1T0NBeE56ZFVPVGdnTWpRelZEazRJREk1TmxRNU55QXpNelZVT1RjZ016VXhVVGswSURNM01DQTRNeUF6TnpaVU16Z2dNemcxU0RJd1ZqUXdPRkV5TUNBME16RWdNaklnTkRNeFRETXlJRFF6TWxFME1pQTBNek1nTmpFZ05ETTBWRGs0SURRek5sRXhNVFVnTkRNM0lERXpOU0EwTXpoVU1UWTFJRFEwTVZReE56WWdORFF5U0RFM09WWTBNVFpNTVRnd0lETTVNRXd4T0RnZ016azNVVEkwTnlBME5ERWdNekkySURRME1WRTBNRGNnTkRReElEUTJOQ0F6TnpkVU5USXlJREl4TmxFMU1qSWdNVEUxSURRMU55QTFNbFF6TVRBZ0xURXhVVEkwTWlBdE1URWdNVGt3SURNelRERTRNaUEwTUZZdE5EVldMVEV3TVZFeE9ESWdMVEV5T0NBeE9EUWdMVEV6TkZReE9UVWdMVEUwTlZFeU1UWWdMVEUwT0NBeU5EUWdMVEUwT0VneU5qQldMVEU1TkVneU5USk1Nakk0SUMweE9UTlJNakExSUMweE9USWdNVGM0SUMweE9USlVNVFF3SUMweE9URlJNemNnTFRFNU1TQXlPQ0F0TVRrMFNESXdWaTB4TkRoSU16WmFUVFF5TkNBeU1UaFJOREkwSURJNU1pQXpPVEFnTXpRM1ZETXdOU0EwTURKUk1qTTBJRFF3TWlBeE9ESWdNek0zVmprNFVUSXlNaUF5TmlBeU9UUWdNalpSTXpRMUlESTJJRE00TkNBNE1GUTBNalFnTWpFNFdpSXZQanh3WVhSb0lHbGtQU0pOU2xndE1UZ3RWRVZZTFU0dE56SWlJR1E5SWswek5pQTBOa2cxTUZFNE9TQTBOaUE1TnlBMk1GWTJPRkU1TnlBM055QTVOeUE1TVZRNU9DQXhNakpVT1RnZ01UWXhWRGs0SURJd00xRTVPQ0F5TXpRZ09UZ2dNalk1VkRrNElETXlPRXc1TnlBek5URlJPVFFnTXpjd0lEZ3pJRE0zTmxRek9DQXpPRFZJTWpCV05EQTRVVEl3SURRek1TQXlNaUEwTXpGTU16SWdORE15VVRReUlEUXpNeUEyTUNBME16UlVPVFlnTkRNMlVURXhNaUEwTXpjZ01UTXhJRFF6T0ZReE5qQWdORFF4VkRFM01TQTBOREpJTVRjMFZqTTNNMUV5TVRNZ05EUXhJREkzTVNBME5ERklNamMzVVRNeU1pQTBOREVnTXpReklEUXhPVlF6TmpRZ016Y3pVVE0yTkNBek5USWdNelV4SURNek4xUXpNVE1nTXpJeVVUSTRPQ0F6TWpJZ01qYzJJRE16T0ZReU5qTWdNemN5VVRJMk15QXpPREVnTWpZMUlETTRPRlF5TnpBZ05EQXdWREkzTXlBME1EVlJNamN4SURRd055QXlOVEFnTkRBeFVUSXpOQ0F6T1RNZ01qSTJJRE00TmxFeE56a2dNelF4SURFM09TQXlNRGRXTVRVMFVURTNPU0F4TkRFZ01UYzVJREV5TjFReE56a2dNVEF4VkRFNE1DQTRNVlF4T0RBZ05qWldOakZSTVRneElEVTVJREU0TXlBMU4xUXhPRGdnTlRSVU1Ua3pJRFV4VkRJd01DQTBPVlF5TURjZ05EaFVNakUySURRM1ZESXlOU0EwTjFReU16VWdORFpVTWpRMUlEUTJTREkzTmxZd1NESTJOMUV5TkRrZ015QXhOREFnTTFFek55QXpJREk0SURCSU1qQldORFpJTXpaYUlpOCtQSEJoZEdnZ2FXUTlJazFLV0MweE9DMVVSVmd0VGkwMk5TSWdaRDBpVFRJNElESXhPRkV5T0NBeU56TWdORGdnTXpFNFZEazRJRE01TVZReE5qTWdORE16VkRJeU9TQTBORGhSTWpneUlEUTBPQ0F6TWpBZ05ETXdWRE0zT0NBek9EQlVOREEySURNeE5sUTBNVFVnTWpRMVVUUXhOU0F5TXpnZ05EQTRJREl6TVVneE1qWldNakUyVVRFeU5pQTJPQ0F5TWpZZ016WlJNalEySURNd0lESTNNQ0F6TUZFek1USWdNekFnTXpReUlEWXlVVE0xT1NBM09TQXpOamtnTVRBMFRETTNPU0F4TWpoUk16Z3lJREV6TVNBek9UVWdNVE14U0RNNU9GRTBNVFVnTVRNeElEUXhOU0F4TWpGUk5ERTFJREV4TnlBME1USWdNVEE0VVRNNU15QTFNeUF6TkRrZ01qRlVNalV3SUMweE1WRXhOVFVnTFRFeElEa3lJRFU0VkRJNElESXhPRnBOTXpNeklESTNOVkV6TWpJZ05EQXpJREl6T0NBME1URklNak0yVVRJeU9DQTBNVEVnTWpJd0lEUXhNRlF4T1RVZ05EQXlWREUyTmlBek9ERlVNVFF6SURNME1GUXhNamNnTWpjMFZqSTJOMGd6TXpOV01qYzFXaUl2UGp4d1lYUm9JR2xrUFNKTlNsZ3RNVGd0VkVWWUxVNHRNakl4T0NJZ1pEMGlUVFUxSURJMU1WRTFOU0F6TWpnZ01URXlJRE00TmxReU5Ea2dORFEwVkRNNE5pQXpPRGhVTkRRMElESTBPVkUwTkRRZ01UY3hJRE00T0NBeE1UTlVNalV3SURVMVVURTNNQ0ExTlNBeE1UTWdNVEV5VkRVMUlESTFNVnBOTWpRMUlEUXdNMUV4T0RnZ05EQXpJREUwTWlBek5qRlVPVFlnTWpVd1VUazJJREU0TXlBeE5ERWdNVFF3VkRJMU1DQTVObEV5T0RRZ09UWWdNekV6SURFd09WUXpOVFFnTVRNMVZETTNOU0F4TmpCUk5EQXpJREU1TnlBME1ETWdNalV3VVRRd015QXpNVE1nTXpZd0lETTFPRlF5TkRVZ05EQXpXaUl2UGp4d1lYUm9JR2xrUFNKTlNsZ3RNVGd0VkVWWUxVNHROamdpSUdROUlrMDBNU0EwTmtnMU5WRTVOQ0EwTmlBeE1ESWdOakJXTmpoUk1UQXlJRGMzSURFd01pQTVNVlF4TURJZ01USTBWREV3TWlBeE5qZFVNVEF6SURJeE4xUXhNRE1nTWpjeVZERXdNeUF6TWpsUk1UQXpJRE0yTmlBeE1ETWdOREEzVkRFd015QTBPREpVTVRBeUlEVTBNbFF4TURJZ05UZzJWREV3TWlBMk1ETlJPVGtnTmpJeUlEZzRJRFl5T0ZRME15QTJNemRJTWpWV05qWXdVVEkxSURZNE15QXlOeUEyT0ROTU16Y2dOamcwVVRRM0lEWTROU0EyTmlBMk9EWlVNVEF6SURZNE9GRXhNakFnTmpnNUlERTBNQ0EyT1RCVU1UY3dJRFk1TTFReE9ERWdOamswU0RFNE5GWXpOamRSTWpRMElEUTBNaUF6TWpnZ05EUXlVVFExTVNBME5ESWdORFl6SURNeU9WRTBOalFnTXpJeUlEUTJOQ0F4T1RCV01UQTBVVFEyTkNBMk5pQTBOallnTlRsVU5EYzNJRFE1VVRRNU9DQTBOaUExTWpZZ05EWklOVFF5VmpCSU5UTTBURFV4TUNBeFVUUTROeUF5SURRMk1DQXlWRFF5TWlBelVUTXhPU0F6SURNeE1DQXdTRE13TWxZME5rZ3pNVGhSTXpjNUlEUTJJRE0zT1NBMk1sRXpPREFnTmpRZ016Z3dJREl3TUZFek56a2dNek0xSURNM09DQXpORE5STXpjeUlETTNNU0F6TlRnZ016ZzFWRE16TkNBME1ESlVNekE0SURRd05GRXlOak1nTkRBMElESXlPU0F6TnpCUk1qQXlJRE0wTXlBeE9UVWdNekUxVkRFNE55QXlNekpXTVRZNFZqRXdPRkV4T0RjZ056Z2dNVGc0SURZNFZERTVNU0ExTlZReU1EQWdORGxSTWpJeElEUTJJREkwT1NBME5rZ3lOalZXTUVneU5UZE1Nak0wSURGUk1qRXdJRElnTVRneklESlVNVFExSUROUk5ESWdNeUF6TXlBd1NESTFWalEyU0RReFdpSXZQanh3WVhSb0lHbGtQU0pOU2xndE1UZ3RWRVZZTFU0dE56a2lJR1E5SWswMk9TQXROalpST1RFZ0xUWTJJREV3TkNBdE9EQlVNVEU0SUMweE1UWlJNVEU0SUMweE16UWdNVEE1SUMweE5EVlVPVEVnTFRFMk1GRTROQ0F0TVRZeklEazNJQzB4TmpaUk1UQTBJQzB4TmpnZ01URXhJQzB4TmpoUk1UTXhJQzB4TmpnZ01UUTRJQzB4TlRsVU1UYzFJQzB4TXpoVU1UazNJQzB4TURaVU1qRXpJQzAzTlZReU1qVWdMVFF6VERJME1pQXdUREUzTUNBeE9ETlJNVFV3SURJek15QXhNalVnTWprM1VURXdNU0F6TlRnZ09UWWdNelk0VkRnd0lETTRNVkUzT1NBek9ESWdOemdnTXpneVVUWTJJRE00TlNBek5DQXpPRFZJTVRsV05ETXhTREkyVERRMklEUXpNRkUyTlNBME16QWdPRGdnTkRJNVZERXlNaUEwTWpoUk1USTVJRFF5T0NBeE5ESWdOREk0VkRFM01TQTBNamxVTWpBd0lEUXpNRlF5TWpRZ05ETXdUREl6TXlBME16RklNalF4VmpNNE5VZ3lNekpSTVRneklETTROU0F4T0RVZ016WTJUREk0TmlBeE1USlJNamcySURFeE15QXpNeklnTWpJM1RETTNOaUF6TkRGV016VXdVVE0zTmlBek5qVWdNelkySURNM00xUXpORGdnTXpnelZETXpOQ0F6T0RWSU16TXhWalF6TVVnek16ZElNelEwVVRNMU1TQTBNekVnTXpZeElEUXpNVlF6T0RJZ05ETXdWRFF3TlNBME1qbFVOREl5SURReU9WRTBOemNnTkRJNUlEVXdNeUEwTXpGSU5UQTRWak00TlVnME9UZFJORFF4SURNNE1DQTBNaklnTXpRMVVUUXlNQ0F6TkRNZ016YzRJREl6TlZReU9Ea2dPVlF5TWpjZ0xURXpNVkV4T0RBZ0xUSXdOQ0F4TVRNZ0xUSXdORkUyT1NBdE1qQTBJRFEwSUMweE56ZFVNVGtnTFRFeE5sRXhPU0F0T0RrZ016VWdMVGM0VkRZNUlDMDJObG9pTHo0OGNHRjBhQ0JwWkQwaVRVcFlMVEU0TFZSRldDMU9MVFl5SWlCa1BTSk5NekEzSUMweE1WRXlNelFnTFRFeElERTJPQ0ExTlV3eE5UZ2dNemRSTVRVMklETTBJREUxTXlBeU9GUXhORGNnTVRkVU1UUXpJREV3VERFek9DQXhUREV4T0NBd1NEazRWakk1T0ZFNU9DQTFPVGtnT1RjZ05qQXpVVGswSURZeU1pQTRNeUEyTWpoVU16Z2dOak0zU0RJd1ZqWTJNRkV5TUNBMk9ETWdNaklnTmpnelRETXlJRFk0TkZFME1pQTJPRFVnTmpFZ05qZzJWRGs0SURZNE9GRXhNVFVnTmpnNUlERXpOU0EyT1RCVU1UWTFJRFk1TTFReE56WWdOamswU0RFM09WWTFORE5STVRjNUlETTVNU0F4T0RBZ016a3hUREU0TXlBek9UUlJNVGcySURNNU55QXhPVElnTkRBeFZESXdOeUEwTVRGVU1qSTRJRFF5TVZReU5UUWdORE14VkRJNE5pQTBNemxVTXpJeklEUTBNbEUwTURFZ05EUXlJRFEyTVNBek56bFVOVEl5SURJeE5sRTFNaklnTVRFMUlEUTFPQ0ExTWxRek1EY2dMVEV4V2sweE9ESWdPVGhSTVRneUlEazNJREU0TnlBNU1GUXhPVFlnTnpsVU1qQTJJRFkzVkRJeE9DQTFOVlF5TXpNZ05EUlVNalV3SURNMVZESTNNU0F5T1ZReU9UVWdNalpSTXpNd0lESTJJRE0yTXlBME5sUTBNVElnTVRFelVUUXlOQ0F4TkRnZ05ESTBJREl4TWxFME1qUWdNamczSURReE1pQXpNak5STXpnMUlEUXdOU0F6TURBZ05EQTFVVEkzTUNBME1EVWdNak01SURNNU1GUXhPRGdnTXpRM1RERTRNaUF6TXpsV09UaGFJaTgrUEhCaGRHZ2dhV1E5SWsxS1dDMHhPQzFVUlZndFRpMDJPU0lnWkQwaVRUWTVJRFl3T1ZFMk9TQTJNemNnT0RjZ05qVXpWREV6TVNBMk5qbFJNVFUwSURZMk55QXhOekVnTmpVeVZERTRPQ0EyTURsUk1UZzRJRFUzT1NBeE56RWdOVFkwVkRFeU9TQTFORGxSTVRBMElEVTBPU0E0TnlBMU5qUlVOamtnTmpBNVdrMHlORGNnTUZFeU16SWdNeUF4TkRNZ00xRXhNeklnTXlBeE1EWWdNMVExTmlBeFRETTBJREJJTWpaV05EWklOREpSTnpBZ05EWWdPVEVnTkRsUk1UQXdJRFV6SURFd01pQTJNRlF4TURRZ01UQXlWakl3TlZZeU9UTlJNVEEwSURNME5TQXhNRElnTXpVNVZEZzRJRE0zT0ZFM05DQXpPRFVnTkRFZ016ZzFTRE13VmpRd09GRXpNQ0EwTXpFZ016SWdORE14VERReUlEUXpNbEUxTWlBME16TWdOekFnTkRNMFZERXdOaUEwTXpaUk1USXpJRFF6TnlBeE5ESWdORE00VkRFM01TQTBOREZVTVRneUlEUTBNa2d4T0RWV05qSlJNVGt3SURVeUlERTVOeUExTUZReU16SWdORFpJTWpVMVZqQklNalEzV2lJdlBqeHdZWFJvSUdsa1BTSk5TbGd0TVRndFZFVllMVTR0TmpRaUlHUTlJazB6TnpZZ05EazFVVE0zTmlBMU1URWdNemMySURVek5WUXpOemNnTlRZNFVUTTNOeUEyTVRNZ016WTNJRFl5TkZRek1UWWdOak0zU0RJNU9GWTJOakJSTWprNElEWTRNeUF6TURBZ05qZ3pURE14TUNBMk9EUlJNekl3SURZNE5TQXpNemtnTmpnMlZETTNOaUEyT0RoUk16a3pJRFk0T1NBME1UTWdOamt3VkRRME15QTJPVE5VTkRVMElEWTVORWcwTlRkV016a3dVVFExTnlBNE5DQTBOVGdnT0RGUk5EWXhJRFl4SURRM01pQTFOVlExTVRjZ05EWklOVE0xVmpCUk5UTXpJREFnTkRVNUlDMDFWRE00TUNBdE1URklNemN6VmpRMFRETTJOU0F6TjFFek1EY2dMVEV4SURJek5TQXRNVEZSTVRVNElDMHhNU0E1TmlBMU1GUXpOQ0F5TVRWUk16UWdNekUxSURrM0lETTNPRlF5TkRRZ05EUXlVVE14T1NBME5ESWdNemMySURNNU0xWTBPVFZhVFRNM015QXpOREpSTXpJNElEUXdOU0F5TmpBZ05EQTFVVEl4TVNBME1EVWdNVGN6SURNMk9WRXhORFlnTXpReElERXpPU0F6TURWVU1UTXhJREl4TVZFeE16RWdNVFUxSURFek9DQXhNakJVTVRjeklEVTVVVEl3TXlBeU5pQXlOVEVnTWpaUk16SXlJREkySURNM015QXhNRE5XTXpReVdpSXZQanh3WVhSb0lHbGtQU0pOU2xndE1UZ3RWRVZZTFU0dE5rWWlJR1E5SWsweU9DQXlNVFJSTWpnZ016QTVJRGt6SURNM09GUXlOVEFnTkRRNFVUTTBNQ0EwTkRnZ05EQTFJRE00TUZRME56RWdNakUxVVRRM01TQXhNakFnTkRBM0lEVTFWREkxTUNBdE1UQlJNVFV6SUMweE1DQTVNU0ExTjFReU9DQXlNVFJhVFRJMU1DQXpNRkV6TnpJZ016QWdNemN5SURFNU0xWXlNalZXTWpVd1VUTTNNaUF5TnpJZ016Y3hJREk0T0ZRek5qUWdNekkyVkRNME9DQXpOakpVTXpFM0lETTVNRlF5TmpnZ05ERXdVVEkyTXlBME1URWdNalV5SURReE1WRXlNaklnTkRFeElERTVOU0F6T1RsUk1UVXlJRE0zTnlBeE16a2dNek00VkRFeU5pQXlORFpXTWpJMlVURXlOaUF4TXpBZ01UUTFJRGt4VVRFM055QXpNQ0F5TlRBZ016QmFJaTgrUEhCaGRHZ2dhV1E5SWsxS1dDMHhPQzFVUlZndFRpMDNNeUlnWkQwaVRUSTVOU0F6TVRaUk1qazFJRE0xTmlBeU5qZ2dNemcxVkRFNU1DQTBNVFJSTVRVMElEUXhOQ0F4TWpnZ05EQXhVVGs0SURNNE1pQTVPQ0F6TkRsUk9UY2dNelEwSURrNElETXpObFF4TVRRZ016RXlWREUxTnlBeU9EZFJNVGMxSURJNE1pQXlNREVnTWpjNFZESTBOU0F5TmpsVU1qYzNJREkxTmxFeU9UUWdNalE0SURNeE1DQXlNelpVTXpReUlERTVOVlF6TlRrZ01UTXpVVE0xT1NBM01TQXpNakVnTXpGVU1UazRJQzB4TUVneE9UQlJNVE00SUMweE1DQTVOQ0F5Tmt3NE5pQXhPVXczTnlBeE1GRTNNU0EwSURZMUlDMHhURFUwSUMweE1VZzBOa2cwTWxFek9TQXRNVEVnTXpNZ0xUVldOelJXTVRNeVVUTXpJREUxTXlBek5TQXhOVGRVTkRVZ01UWXlTRFUwVVRZMklERTJNaUEzTUNBeE5UaFVOelVnTVRRMlZEZ3lJREV4T1ZReE1ERWdOemRSTVRNMklESTJJREU1T0NBeU5sRXlPVFVnTWpZZ01qazFJREV3TkZFeU9UVWdNVE16SURJM055QXhOVEZSTWpVM0lERTNOU0F4T1RRZ01UZzNWREV4TVNBeU1UQlJOelVnTWpJM0lEVTBJREkxTmxRek15QXpNVGhSTXpNZ016VTNJRFV3SURNNE5GUTVNeUEwTWpSVU1UUXpJRFEwTWxReE9EY2dORFEzU0RFNU9GRXlNemdnTkRRM0lESTJPQ0EwTXpKTU1qZ3pJRFF5TkV3eU9USWdORE14VVRNd01pQTBOREFnTXpFMElEUTBPRWd6TWpKSU16STJVVE15T1NBME5EZ2dNek0xSURRME1sWXpNVEJNTXpJNUlETXdORWd6TURGUk1qazFJRE14TUNBeU9UVWdNekUyV2lJdlBqeHdZWFJvSUdsa1BTSk5TbGd0TVRndFZFVllMVTR0TnpRaUlHUTlJazB5TnlBME1qSlJPREFnTkRJMklERXdPU0EwTnpoVU1UUXhJRFl3TUZZMk1UVklNVGd4VmpRek1VZ3pNVFpXTXpnMVNERTRNVll5TkRGUk1UZ3lJREV4TmlBeE9ESWdNVEF3VkRFNE9TQTJPRkV5TURNZ01qa2dNak00SURJNVVUSTRNaUF5T1NBeU9USWdNVEF3VVRJNU15QXhNRGdnTWpreklERTBObFl4T0RGSU16TXpWakUwTmxZeE16UlJNek16SURVM0lESTVNU0F4TjFFeU5qUWdMVEV3SURJeU1TQXRNVEJSTVRnM0lDMHhNQ0F4TmpJZ01sUXhNalFnTXpOVU1UQTFJRFk0VkRrNElERXdNRkU1TnlBeE1EY2dPVGNnTWpRNFZqTTROVWd4T0ZZME1qSklNamR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UXpPU0lnZUd4cGJtczZhSEpsWmowaUkwMUtXQzB4T0MxVVJWZ3RTUzB4UkRRek9TSXZQand2Wno0OFp5QmtZWFJoTFcxdGJDMXViMlJsUFNKdGJ5SWdkSEpoYm5ObWIzSnRQU0owY21GdWMyeGhkR1VvTVRBeU5pNDRMREFwSWo0OGRYTmxJR1JoZEdFdFl6MGlNMFFpSUhoc2FXNXJPbWh5WldZOUlpTk5TbGd0TVRndFZFVllMVTR0TTBRaUx6NDhMMmMrUEdjZ1pHRjBZUzF0Yld3dGJtOWtaVDBpYlhOMVlpSWdkSEpoYm5ObWIzSnRQU0owY21GdWMyeGhkR1VvTWpBNE1pNDJMREFwSWo0OFp5QmtZWFJoTFcxdGJDMXViMlJsUFNKdGFTSStQSFZ6WlNCa1lYUmhMV005SWpGRU5ETTVJaUI0YkdsdWF6cG9jbVZtUFNJalRVcFlMVEU0TFZSRldDMUpMVEZFTkRNNUlpOCtQQzluUGp4bklHUmhkR0V0Ylcxc0xXNXZaR1U5SWxSbFdFRjBiMjBpSUhSeVlXNXpabTl5YlQwaWRISmhibk5zWVhSbEtEWTNOaXd0TVRVd0tTQnpZMkZzWlNnd0xqY3dOeWtpSUdSaGRHRXRiV3A0TFhSbGVHTnNZWE56UFNKUFVrUWlQanhuSUdSaGRHRXRiVzFzTFc1dlpHVTlJbTEwWlhoMElqNDhkWE5sSUdSaGRHRXRZejBpTnpBaUlIaHNhVzVyT21oeVpXWTlJaU5OU2xndE1UZ3RWRVZZTFU0dE56QWlMejQ4ZFhObElHUmhkR0V0WXowaU56SWlJSGhzYVc1ck9taHlaV1k5SWlOTlNsZ3RNVGd0VkVWWUxVNHROeklpSUhSeVlXNXpabTl5YlQwaWRISmhibk5zWVhSbEtEVTFOaXd3S1NJdlBqeDFjMlVnWkdGMFlTMWpQU0kyTlNJZ2VHeHBibXM2YUhKbFpqMGlJMDFLV0MweE9DMVVSVmd0VGkwMk5TSWdkSEpoYm5ObWIzSnRQU0owY21GdWMyeGhkR1VvT1RRNExEQXBJaTgrUEM5blBqd3ZaejQ4TDJjK1BHY2daR0YwWVMxdGJXd3RibTlrWlQwaWJXOGlJSFJ5WVc1elptOXliVDBpZEhKaGJuTnNZWFJsS0RRd01UVXVNU3d3S1NJK1BIVnpaU0JrWVhSaExXTTlJakl5TVRnaUlIaHNhVzVyT21oeVpXWTlJaU5OU2xndE1UZ3RWRVZZTFU0dE1qSXhPQ0l2UGp3dlp6NDhaeUJrWVhSaExXMXRiQzF1YjJSbFBTSnRjM1ZpSWlCMGNtRnVjMlp2Y20wOUluUnlZVzV6YkdGMFpTZzBOek0zTGpNc01Da2lQanhuSUdSaGRHRXRiVzFzTFc1dlpHVTlJbTFwSWo0OGRYTmxJR1JoZEdFdFl6MGlNVVEwTXpraUlIaHNhVzVyT21oeVpXWTlJaU5OU2xndE1UZ3RWRVZZTFVrdE1VUTBNemtpTHo0OEwyYytQR2NnWkdGMFlTMXRiV3d0Ym05a1pUMGlWR1ZZUVhSdmJTSWdkSEpoYm5ObWIzSnRQU0owY21GdWMyeGhkR1VvTmpjMkxDMHhOVEFwSUhOallXeGxLREF1TnpBM0tTSWdaR0YwWVMxdGFuZ3RkR1Y0WTJ4aGMzTTlJazlTUkNJK1BHY2daR0YwWVMxdGJXd3RibTlrWlQwaWJYUmxlSFFpUGp4MWMyVWdaR0YwWVMxalBTSTJPQ0lnZUd4cGJtczZhSEpsWmowaUkwMUtXQzB4T0MxVVJWZ3RUaTAyT0NJdlBqeDFjMlVnWkdGMFlTMWpQU0kzT1NJZ2VHeHBibXM2YUhKbFpqMGlJMDFLV0MweE9DMVVSVmd0VGkwM09TSWdkSEpoYm5ObWIzSnRQU0owY21GdWMyeGhkR1VvTlRVMkxEQXBJaTgrUEhWelpTQmtZWFJoTFdNOUlqWXlJaUI0YkdsdWF6cG9jbVZtUFNJalRVcFlMVEU0TFZSRldDMU9MVFl5SWlCMGNtRnVjMlp2Y20wOUluUnlZVzV6YkdGMFpTZ3hNRGcwTERBcElpOCtQSFZ6WlNCa1lYUmhMV005SWpjeUlpQjRiR2x1YXpwb2NtVm1QU0lqVFVwWUxURTRMVlJGV0MxT0xUY3lJaUIwY21GdWMyWnZjbTA5SW5SeVlXNXpiR0YwWlNneE5qUXdMREFwSWk4K1BIVnpaU0JrWVhSaExXTTlJalk1SWlCNGJHbHVhenBvY21WbVBTSWpUVXBZTFRFNExWUkZXQzFPTFRZNUlpQjBjbUZ1YzJadmNtMDlJblJ5WVc1emJHRjBaU2d5TURNeUxEQXBJaTgrUEhWelpTQmtZWFJoTFdNOUlqWTBJaUI0YkdsdWF6cG9jbVZtUFNJalRVcFlMVEU0TFZSRldDMU9MVFkwSWlCMGNtRnVjMlp2Y20wOUluUnlZVzV6YkdGMFpTZ3lNekV3TERBcElpOCtQQzluUGp3dlp6NDhMMmMrUEdjZ1pHRjBZUzF0Yld3dGJtOWtaVDBpYlc4aUlIUnlZVzV6Wm05eWJUMGlkSEpoYm5Oc1lYUmxLRGMzTVRJdU1Td3dLU0krUEhWelpTQmtZWFJoTFdNOUlqSXlNVGdpSUhoc2FXNXJPbWh5WldZOUlpTk5TbGd0TVRndFZFVllMVTR0TWpJeE9DSXZQand2Wno0OFp5QmtZWFJoTFcxdGJDMXViMlJsUFNKdGMzVmlJaUIwY21GdWMyWnZjbTA5SW5SeVlXNXpiR0YwWlNnNE5ETTBMak1zTUNraVBqeG5JR1JoZEdFdGJXMXNMVzV2WkdVOUltMXBJajQ4ZFhObElHUmhkR0V0WXowaU1VUTBNemtpSUhoc2FXNXJPbWh5WldZOUlpTk5TbGd0TVRndFZFVllMVWt0TVVRME16a2lMejQ4TDJjK1BHY2daR0YwWVMxdGJXd3RibTlrWlQwaVZHVllRWFJ2YlNJZ2RISmhibk5tYjNKdFBTSjBjbUZ1YzJ4aGRHVW9OamMyTEMweE5UQXBJSE5qWVd4bEtEQXVOekEzS1NJZ1pHRjBZUzF0YW5ndGRHVjRZMnhoYzNNOUlrOVNSQ0krUEdjZ1pHRjBZUzF0Yld3dGJtOWtaVDBpYlhSbGVIUWlQangxYzJVZ1pHRjBZUzFqUFNJM01DSWdlR3hwYm1zNmFISmxaajBpSTAxS1dDMHhPQzFVUlZndFRpMDNNQ0l2UGp4MWMyVWdaR0YwWVMxalBTSTJSaUlnZUd4cGJtczZhSEpsWmowaUkwMUtXQzB4T0MxVVJWZ3RUaTAyUmlJZ2RISmhibk5tYjNKdFBTSjBjbUZ1YzJ4aGRHVW9OVFUyTERBcElpOCtQSFZ6WlNCa1lYUmhMV005SWpjeklpQjRiR2x1YXpwb2NtVm1QU0lqVFVwWUxURTRMVlJGV0MxT0xUY3pJaUIwY21GdWMyWnZjbTA5SW5SeVlXNXpiR0YwWlNneE1EVTJMREFwSWk4K1BIVnpaU0JrWVhSaExXTTlJamMwSWlCNGJHbHVhenBvY21WbVBTSWpUVXBZTFRFNExWUkZXQzFPTFRjMElpQjBjbUZ1YzJadmNtMDlJblJ5WVc1emJHRjBaU2d4TkRVd0xEQXBJaTgrUEM5blBqd3ZaejQ4TDJjK1BDOW5Qand2Wno0OEwzTjJaejQ9IiwKCSJSZWFsVmlld1NpemVKc29uIiA6ICJ7XCJoZWlnaHRcIjozMzkuMjg1Njk3OTM3MDExNyxcIndpZHRoXCI6MzY5Ni40Mjg1Mjc4MzIwMzEyfSIKfQo="/>
    </extobj>
    <extobj name="2384804F-3998-4D57-9195-F3826E402611-9">
      <extobjdata type="2384804F-3998-4D57-9195-F3826E402611" data="ewoJIkltZ1NldHRpbmdKc29uIiA6ICJ7XCJoZWlnaHRcIjoyMC41MzU3MTQyODU3MTQyODUsXCJ3aWR0aFwiOjE5Ny4zMjE0Mjg1NzE0Mjg1Nn0iLAoJIkxhdGV4IiA6ICJGX3tcXHRleHR7cHJlfX0gOiBcXG1hdGhiYntSfV4yIFxcdGltZXMgXFxtYXRoYmJ7Un1eMyBcXHRvIFxcbWF0aGJie1J9XjIgXFx0aW1lcyBcXG1hdGhiYntSfV4zIiwKCSJMYXRleEltZ0Jhc2U2NCIgOiAiUEhOMlp5QjRiV3h1Y3owaWFIUjBjRG92TDNkM2R5NTNNeTV2Y21jdk1qQXdNQzl6ZG1jaUlIZHBaSFJvUFNJeU5TNHlPVEZsZUNJZ2FHVnBaMmgwUFNJeUxqWTFaWGdpSUhKdmJHVTlJbWx0WnlJZ1ptOWpkWE5oWW14bFBTSm1ZV3h6WlNJZ2RtbGxkMEp2ZUQwaU1DQXRPRGd6TGprZ01URXhOemd1TlNBeE1UY3hMakVpSUhodGJHNXpPbmhzYVc1clBTSm9kSFJ3T2k4dmQzZDNMbmN6TG05eVp5OHhPVGs1TDNoc2FXNXJJaUJoY21saExXaHBaR1JsYmowaWRISjFaU0lnYzNSNWJHVTlJblpsY25ScFkyRnNMV0ZzYVdkdU9pQXRNQzQyTldWNE95QnRZWGd0ZDJsa2RHZzZJRGs0SlRzaVBqeGtaV1p6UGp4d1lYUm9JR2xrUFNKTlNsZ3RNaTFVUlZndFNTMHhSRFF6T1NJZ1pEMGlUVFE0SURGUk16RWdNU0F6TVNBeE1WRXpNU0F4TXlBek5DQXlOVkV6T0NBME1TQTBNaUEwTTFRMk5TQTBObEU1TWlBME5pQXhNalVnTkRsUk1UTTVJRFV5SURFME5DQTJNVkV4TkRZZ05qWWdNakUxSURNME1sUXlPRFVnTmpJeVVUSTROU0EyTWprZ01qZ3hJRFl5T1ZFeU56TWdOak15SURJeU9DQTJNelJJTVRrM1VURTVNU0EyTkRBZ01Ua3hJRFkwTWxReE9UTWdOalU1VVRFNU55QTJOellnTWpBeklEWTRNRWczTkRKUk56UTVJRFkzTmlBM05Ea2dOalk1VVRjME9TQTJOalFnTnpNMklEVTFOMVEzTWpJZ05EUTNVVGN5TUNBME5EQWdOekF5SURRME1FZzJPVEJSTmpneklEUTBOU0EyT0RNZ05EVXpVVFk0TXlBME5UUWdOamcySURRM04xUTJPRGtnTlRNd1VUWTRPU0ExTmpBZ05qZ3lJRFUzT1ZRMk5qTWdOakV3VkRZeU5pQTJNalpVTlRjMUlEWXpNMVExTURNZ05qTTBTRFE0TUZFek9UZ2dOak16SURNNU15QTJNekZSTXpnNElEWXlPU0F6T0RZZ05qSXpVVE00TlNBMk1qSWdNelV5SURRNU1rd3pNakFnTXpZelNETTNOVkV6TnpnZ016WXpJRE01T0NBek5qTlVOREkySURNMk5GUTBORGdnTXpZM1ZEUTNNaUF6TnpSVU5EZzVJRE00TmxFMU1ESWdNems0SURVeE1TQTBNVGxVTlRJMElEUTFOMVExTWprZ05EYzFVVFV6TWlBME9EQWdOVFE0SURRNE1FZzFOakJSTlRZM0lEUTNOU0ExTmpjZ05EY3dVVFUyTnlBME5qY2dOVE0ySURNek9WUTFNRElnTWpBM1VUVXdNQ0F5TURBZ05EZ3lJREl3TUVnME56QlJORFl6SURJd05pQTBOak1nTWpFeVVUUTJNeUF5TVRVZ05EWTRJREl6TkZRME56TWdNamMwVVRRM015QXpNRE1nTkRVeklETXhNRlF6TmpRZ016RTNTRE13T1V3eU56Y2dNVGt3VVRJME5TQTJOaUF5TkRVZ05qQlJNalExSURRMklETXpOQ0EwTmtnek5UbFJNelkxSURRd0lETTJOU0F6T1ZRek5qTWdNVGxSTXpVNUlEWWdNelV6SURCSU16TTJVVEk1TlNBeUlERTROU0F5VVRFeU1DQXlJRGcySURKVU5EZ2dNVm9pTHo0OGNHRjBhQ0JwWkQwaVRVcFlMVEl0VkVWWUxVNHROekFpSUdROUlrMHpOaUF0TVRRNFNEVXdVVGc1SUMweE5EZ2dPVGNnTFRFek5GWXRNVEkyVVRrM0lDMHhNVGtnT1RjZ0xURXdOMVE1TnlBdE56ZFVPVGdnTFRNNFZEazRJRFpVT1RnZ05UVlVPVGdnTVRBMlVUazRJREUwTUNBNU9DQXhOemRVT1RnZ01qUXpWRGs0SURJNU5sUTVOeUF6TXpWVU9UY2dNelV4VVRrMElETTNNQ0E0TXlBek56WlVNemdnTXpnMVNESXdWalF3T0ZFeU1DQTBNekVnTWpJZ05ETXhURE15SURRek1sRTBNaUEwTXpNZ05qRWdORE0wVkRrNElEUXpObEV4TVRVZ05ETTNJREV6TlNBME16aFVNVFkxSURRME1WUXhOellnTkRReVNERTNPVlkwTVRaTU1UZ3dJRE01TUV3eE9EZ2dNemszVVRJME55QTBOREVnTXpJMklEUTBNVkUwTURjZ05EUXhJRFEyTkNBek56ZFVOVEl5SURJeE5sRTFNaklnTVRFMUlEUTFOeUExTWxRek1UQWdMVEV4VVRJME1pQXRNVEVnTVRrd0lETXpUREU0TWlBME1GWXRORFZXTFRFd01WRXhPRElnTFRFeU9DQXhPRFFnTFRFek5GUXhPVFVnTFRFME5WRXlNVFlnTFRFME9DQXlORFFnTFRFME9FZ3lOakJXTFRFNU5FZ3lOVEpNTWpJNElDMHhPVE5STWpBMUlDMHhPVElnTVRjNElDMHhPVEpVTVRRd0lDMHhPVEZSTXpjZ0xURTVNU0F5T0NBdE1UazBTREl3VmkweE5EaElNelphVFRReU5DQXlNVGhSTkRJMElESTVNaUF6T1RBZ016UTNWRE13TlNBME1ESlJNak0wSURRd01pQXhPRElnTXpNM1ZqazRVVEl5TWlBeU5pQXlPVFFnTWpaUk16UTFJREkySURNNE5DQTRNRlEwTWpRZ01qRTRXaUl2UGp4d1lYUm9JR2xrUFNKTlNsZ3RNaTFVUlZndFRpMDNNaUlnWkQwaVRUTTJJRFEyU0RVd1VUZzVJRFEySURrM0lEWXdWalk0VVRrM0lEYzNJRGszSURreFZEazRJREV5TWxRNU9DQXhOakZVT1RnZ01qQXpVVGs0SURJek5DQTVPQ0F5TmpsVU9UZ2dNekk0VERrM0lETTFNVkU1TkNBek56QWdPRE1nTXpjMlZETTRJRE00TlVneU1GWTBNRGhSTWpBZ05ETXhJREl5SURRek1Vd3pNaUEwTXpKUk5ESWdORE16SURZd0lEUXpORlE1TmlBME16WlJNVEV5SURRek55QXhNekVnTkRNNFZERTJNQ0EwTkRGVU1UY3hJRFEwTWtneE56UldNemN6VVRJeE15QTBOREVnTWpjeElEUTBNVWd5TnpkUk16SXlJRFEwTVNBek5ETWdOREU1VkRNMk5DQXpOek5STXpZMElETTFNaUF6TlRFZ016TTNWRE14TXlBek1qSlJNamc0SURNeU1pQXlOellnTXpNNFZESTJNeUF6TnpKUk1qWXpJRE00TVNBeU5qVWdNemc0VkRJM01DQTBNREJVTWpjeklEUXdOVkV5TnpFZ05EQTNJREkxTUNBME1ERlJNak0wSURNNU15QXlNallnTXpnMlVURTNPU0F6TkRFZ01UYzVJREl3TjFZeE5UUlJNVGM1SURFME1TQXhOemtnTVRJM1ZERTNPU0F4TURGVU1UZ3dJRGd4VkRFNE1DQTJObFkyTVZFeE9ERWdOVGtnTVRneklEVTNWREU0T0NBMU5GUXhPVE1nTlRGVU1qQXdJRFE1VkRJd055QTBPRlF5TVRZZ05EZFVNakkxSURRM1ZESXpOU0EwTmxReU5EVWdORFpJTWpjMlZqQklNalkzVVRJME9TQXpJREUwTUNBelVUTTNJRE1nTWpnZ01FZ3lNRlkwTmtnek5sb2lMejQ4Y0dGMGFDQnBaRDBpVFVwWUxUSXRWRVZZTFU0dE5qVWlJR1E5SWsweU9DQXlNVGhSTWpnZ01qY3pJRFE0SURNeE9GUTVPQ0F6T1RGVU1UWXpJRFF6TTFReU1qa2dORFE0VVRJNE1pQTBORGdnTXpJd0lEUXpNRlF6TnpnZ016Z3dWRFF3TmlBek1UWlVOREUxSURJME5WRTBNVFVnTWpNNElEUXdPQ0F5TXpGSU1USTJWakl4TmxFeE1qWWdOamdnTWpJMklETTJVVEkwTmlBek1DQXlOekFnTXpCUk16RXlJRE13SURNME1pQTJNbEV6TlRrZ056a2dNelk1SURFd05Fd3pOemtnTVRJNFVUTTRNaUF4TXpFZ016azFJREV6TVVnek9UaFJOREUxSURFek1TQTBNVFVnTVRJeFVUUXhOU0F4TVRjZ05ERXlJREV3T0ZFek9UTWdOVE1nTXpRNUlESXhWREkxTUNBdE1URlJNVFUxSUMweE1TQTVNaUExT0ZReU9DQXlNVGhhVFRNek15QXlOelZSTXpJeUlEUXdNeUF5TXpnZ05ERXhTREl6TmxFeU1qZ2dOREV4SURJeU1DQTBNVEJVTVRrMUlEUXdNbFF4TmpZZ016Z3hWREUwTXlBek5EQlVNVEkzSURJM05GWXlOamRJTXpNelZqSTNOVm9pTHo0OGNHRjBhQ0JwWkQwaVRVcFlMVEl0VkVWWUxVNHRNMEVpSUdROUlrMDNPQ0F6TnpCUk56Z2dNemswSURrMUlEUXhNbFF4TXpnZ05ETXdVVEUyTWlBME16QWdNVGd3SURReE5GUXhPVGtnTXpjeFVURTVPU0F6TkRZZ01UZ3lJRE15T0ZReE16a2dNekV3VkRrMklETXlOMVEzT0NBek56QmFUVGM0SURZd1VUYzRJRGcwSURrMUlERXdNbFF4TXpnZ01USXdVVEUyTWlBeE1qQWdNVGd3SURFd05GUXhPVGtnTmpGUk1UazVJRE0ySURFNE1pQXhPRlF4TXprZ01GUTVOaUF4TjFRM09DQTJNRm9pTHo0OGNHRjBhQ0JwWkQwaVRVcFlMVEl0VkVWWUxVUXRNakV4UkNJZ1pEMGlUVEUzSURZMk5WRXhOeUEyTnpJZ01qZ2dOamd6U0RJeU1WRTBNVFVnTmpneElEUXpPU0EyTnpkUk5EWXhJRFkzTXlBME9ERWdOalkzVkRVeE5pQTJOVFJVTlRRMElEWXpPVlExTmpZZ05qSXpWRFU0TkNBMk1EZFVOVGszSURVNU1sUTJNRGNnTlRjNFZEWXhOQ0ExTmpWVU5qRTRJRFUxTkV3Mk1qRWdOVFE0VVRZeU5pQTFNekFnTmpJMklEUTVOMUUyTWpZZ05EUTNJRFl4TXlBME1UbFJOVGM0SURNME9DQTBOek1nTXpJMlREUTFOU0F6TWpGUk5EWXlJRE14TUNBME56TWdNamt5VkRVeE55QXlNalpVTlRjNElERTBNVlEyTXpjZ056SlVOamcySURNMVVUY3dOU0F6TUNBM01EVWdNVFpSTnpBMUlEY2dOamt6SUMweFNEVXhNRkUxTURNZ05pQTBNRFFnTVRVNVRETXdOaUF6TVRCSU1qWTRWakU0TTFFeU56QWdOamNnTWpjeElEVTVVVEkzTkNBME1pQXlPVEVnTXpoUk1qazFJRE0zSURNeE9TQXpOVkV6TkRRZ016VWdNelV6SURJNFVUTTJNaUF4TnlBek5UTWdNMHd6TkRZZ0xURklNamhSTVRZZ05TQXhOaUF4TmxFeE5pQXpOU0ExTlNBek5WRTVOaUF6T0NBeE1ERWdOVEpSTVRBMklEWXdJREV3TmlBek5ERlVNVEF4SURZek1sRTVOU0EyTkRVZ05UVWdOalE0VVRFM0lEWTBPQ0F4TnlBMk5qVmFUVEkwTVNBek5WRXlNemdnTkRJZ01qTTNJRFExVkRJek5TQTNPRlF5TXpNZ01UWXpWREl6TXlBek16ZFdOakl4VERJek55QTJNelZNTWpRMElEWTBPRWd4TXpOUk1UTTJJRFkwTVNBeE16Y2dOak00VkRFek9TQTJNRE5VTVRReElEVXhOMVF4TkRFZ016UXhVVEUwTVNBeE16RWdNVFF3SURnNVZERXpOQ0F6TjFFeE16TWdNellnTVRNeklETTFTREkwTVZwTk5EVTNJRFE1TmxFME5UY2dOVFF3SURRME9TQTFOekJVTkRJMUlEWXhOVlEwTURBZ05qTTBWRE0zTnlBMk5ETlJNemMwSURZME15QXpNemtnTmpRNFVUTXdNQ0EyTkRnZ01qZ3hJRFl6TlZFeU56RWdOakk0SURJM01DQTJNVEJVTWpZNElEUTRNVll6TkRaSU1qZzBVVE15TnlBek5EWWdNemMxSURNMU1sRTBNakVnTXpZMElEUXpPU0F6T1RKVU5EVTNJRFE1TmxwTk5Ea3lJRFV6TjFRME9USWdORGsyVkRRNE9DQTBNamRVTkRjNElETTRPVlEwTmprZ016Y3hWRFEyTkNBek5qRlJORFkwSURNMk1DQTBOalVnTXpZd1VUUTJPU0F6TmpBZ05EazNJRE0zTUZFMU9UTWdOREF3SURVNU15QTBPVFZSTlRreklEVTVNaUEwTnpjZ05qTXdURFExTnlBMk16ZE1ORFl4SURZeU5sRTBOelFnTmpFeElEUTRPQ0ExTmpGUk5Ea3lJRFV6TnlBME9USWdORGsyV2swME5qUWdNalF6VVRReE1TQXpNVGNnTkRFd0lETXhOMUUwTURRZ016RTNJRFF3TVNBek1UVlJNemcwSURNeE5TQXpOekFnTXpFeVNETTBOa3cxTWpZZ016VklOakU1VERZd05pQTFNRkUxTlRNZ01UQTVJRFEyTkNBeU5ETmFJaTgrUEhCaGRHZ2dhV1E5SWsxS1dDMHlMVlJGV0MxT0xUTXlJaUJrUFNKTk1UQTVJRFF5T1ZFNE1pQTBNamtnTmpZZ05EUTNWRFV3SURRNU1WRTFNQ0ExTmpJZ01UQXpJRFl4TkZReU16VWdOalkyVVRNeU5pQTJOallnTXpnM0lEWXhNRlEwTkRrZ05EWTFVVFEwT1NBME1qSWdOREk1SURNNE0xUXpPREVnTXpFMVZETXdNU0F5TkRGUk1qWTFJREl4TUNBeU1ERWdNVFE1VERFME1pQTVNMHd5TVRnZ09USlJNemMxSURreUlETTROU0E1TjFFek9USWdPVGtnTkRBNUlERTRObFl4T0RsSU5EUTVWakU0TmxFME5EZ2dNVGd6SURRek5pQTVOVlEwTWpFZ00xWXdTRFV3VmpFNVZqTXhVVFV3SURNNElEVTJJRFEyVkRnMklEZ3hVVEV4TlNBeE1UTWdNVE0ySURFek4xRXhORFVnTVRRM0lERTNNQ0F4TnpSVU1qQTBJREl4TVZReU16TWdNalEwVkRJMk1TQXlOemhVTWpnMElETXdPRlF6TURVZ016UXdWRE15TUNBek5qbFVNek16SURRd01WUXpOREFnTkRNeFZETTBNeUEwTmpSUk16UXpJRFV5TnlBek1Ea2dOVGN6VkRJeE1pQTJNVGxSTVRjNUlEWXhPU0F4TlRRZ05qQXlWREV4T1NBMU5qbFVNVEE1SURVMU1GRXhNRGtnTlRRNUlERXhOQ0ExTkRsUk1UTXlJRFUwT1NBeE5URWdOVE0xVkRFM01DQTBPRGxSTVRjd0lEUTJOQ0F4TlRRZ05EUTNWREV3T1NBME1qbGFJaTgrUEhCaGRHZ2dhV1E5SWsxS1dDMHlMVlJGV0MxT0xVUTNJaUJrUFNKTk5qTXdJREk1VVRZek1DQTVJRFl3T1NBNVVUWXdOQ0E1SURVNE55QXlOVlEwT1RNZ01URTRURE00T1NBeU1qSk1NamcwSURFeE4xRXhOemdnTVRNZ01UYzFJREV4VVRFM01TQTVJREUyT0NBNVVURTJNQ0E1SURFMU5DQXhOVlF4TkRjZ01qbFJNVFEzSURNMklERTJNU0ExTVZReU5UVWdNVFEyVERNMU9TQXlOVEJNTWpVMUlETTFORkV4TnpRZ05ETTFJREUyTVNBME5EbFVNVFEzSURRM01WRXhORGNnTkRnd0lERTFNeUEwT0RWVU1UWTRJRFE1TUZFeE56TWdORGt3SURFM05TQTBPRGxSTVRjNElEUTROeUF5T0RRZ016Z3pURE00T1NBeU56aE1ORGt6SURNNE1sRTFOekFnTkRVNUlEVTROeUEwTnpWVU5qQTVJRFE1TVZFMk16QWdORGt4SURZek1DQTBOekZSTmpNd0lEUTJOQ0EyTWpBZ05EVXpWRFV5TWlBek5UVk1OREU0SURJMU1FdzFNaklnTVRRMVVUWXdOaUEyTVNBMk1UZ2dORGhVTmpNd0lESTVXaUl2UGp4d1lYUm9JR2xrUFNKTlNsZ3RNaTFVUlZndFRpMHpNeUlnWkQwaVRURXlOeUEwTmpOUk1UQXdJRFEyTXlBNE5TQTBPREJVTmprZ05USTBVVFk1SURVM09TQXhNVGNnTmpJeVZESXpNeUEyTmpWUk1qWTRJRFkyTlNBeU56Y2dOalkwVVRNMU1TQTJOVElnTXprd0lEWXhNVlEwTXpBZ05USXlVVFF6TUNBME56QWdNemsySURReU1WUXpNRElnTXpVd1RESTVPU0F6TkRoUk1qazVJRE0wTnlBek1EZ2dNelExVkRNek55QXpNelpVTXpjMUlETXhOVkUwTlRjZ01qWXlJRFExTnlBeE56VlJORFUzSURrMklETTVOU0F6TjFReU16Z2dMVEl5VVRFMU9DQXRNaklnTVRBd0lESXhWRFF5SURFek1GRTBNaUF4TlRnZ05qQWdNVGMxVkRFd05TQXhPVE5STVRNeklERTVNeUF4TlRFZ01UYzFWREUyT1NBeE16QlJNVFk1SURFeE9TQXhOallnTVRFd1ZERTFPU0E1TkZReE5EZ2dPREpVTVRNMklEYzBWREV5TmlBM01GUXhNVGdnTmpkTU1URTBJRFkyVVRFMk5TQXlNU0F5TXpnZ01qRlJNamt6SURJeElETXlNU0EzTkZFek16Z2dNVEEzSURNek9DQXhOelZXTVRrMVVUTXpPQ0F5T1RBZ01qYzBJRE15TWxFeU5Ua2dNekk0SURJeE15QXpNamxNTVRjeElETXpNRXd4TmpnZ016TXlVVEUyTmlBek16VWdNVFkySURNME9GRXhOallnTXpZMklERTNOQ0F6TmpaUk1qQXlJRE0yTmlBeU16SWdNemN4VVRJMk5pQXpOellnTWprMElEUXhNMVF6TWpJZ05USTFWalV6TTFFek1qSWdOVGt3SURJNE55QTJNVEpSTWpZMUlEWXlOaUF5TkRBZ05qSTJVVEl3T0NBMk1qWWdNVGd4SURZeE5WUXhORE1nTlRreVZERXpNaUExT0RCSU1UTTFVVEV6T0NBMU56a2dNVFF6SURVM09GUXhOVE1nTlRjelZERTJOU0ExTmpaVU1UYzFJRFUxTlZReE9ETWdOVFF3VkRFNE5pQTFNakJSTVRnMklEUTVPQ0F4TnpJZ05EZ3hWREV5TnlBME5qTmFJaTgrUEhCaGRHZ2dhV1E5SWsxS1dDMHlMVlJGV0MxT0xUSXhPVElpSUdROUlrMDFOaUF5TXpkVU5UWWdNalV3VkRjd0lESTNNRWc0TXpWUk56RTVJRE0xTnlBMk9USWdORGt6VVRZNU1pQTBPVFFnTmpreUlEUTVObFEyT1RFZ05EazVVVFk1TVNBMU1URWdOekE0SURVeE1VZzNNVEZSTnpJd0lEVXhNU0EzTWpNZ05URXdWRGN5T1NBMU1EWlVOek15SURRNU4xUTNNelVnTkRneFZEYzBNeUEwTlRaUk56WTFJRE00T1NBNE1UWWdNek0yVkRrek5TQXlOakZST1RRMElESTFPQ0E1TkRRZ01qVXdVVGswTkNBeU5EUWdPVE01SURJME1WUTVNVFVnTWpNeFZEZzNOeUF5TVRKUk9ETTJJREU0TmlBNE1EWWdNVFV5VkRjMk1TQTROVlEzTkRBZ016VlVOek15SURSUk56TXdJQzAySURjeU55QXRPRlEzTVRFZ0xURXhVVFk1TVNBdE1URWdOamt4SURCUk5qa3hJRGNnTmprMklESTFVVGN5T0NBeE5URWdPRE0xSURJek1FZzNNRkUxTmlBeU16Y2dOVFlnTWpVd1dpSXZQand2WkdWbWN6NDhaeUJ6ZEhKdmEyVTlJbU4xY25KbGJuUkRiMnh2Y2lJZ1ptbHNiRDBpWTNWeWNtVnVkRU52Ykc5eUlpQnpkSEp2YTJVdGQybGtkR2c5SWpBaUlIUnlZVzV6Wm05eWJUMGljMk5oYkdVb01Td3RNU2tpUGp4bklHUmhkR0V0Ylcxc0xXNXZaR1U5SW0xaGRHZ2lQanhuSUdSaGRHRXRiVzFzTFc1dlpHVTlJbTF6ZFdJaVBqeG5JR1JoZEdFdGJXMXNMVzV2WkdVOUltMXBJajQ4ZFhObElHUmhkR0V0WXowaU1VUTBNemtpSUhoc2FXNXJPbWh5WldZOUlpTk5TbGd0TWkxVVJWZ3RTUzB4UkRRek9TSXZQand2Wno0OFp5QmtZWFJoTFcxdGJDMXViMlJsUFNKVVpWaEJkRzl0SWlCMGNtRnVjMlp2Y20wOUluUnlZVzV6YkdGMFpTZzJOellzTFRFMU1Da2djMk5oYkdVb01DNDNNRGNwSWlCa1lYUmhMVzFxZUMxMFpYaGpiR0Z6Y3owaVQxSkVJajQ4WnlCa1lYUmhMVzF0YkMxdWIyUmxQU0p0ZEdWNGRDSStQSFZ6WlNCa1lYUmhMV005SWpjd0lpQjRiR2x1YXpwb2NtVm1QU0lqVFVwWUxUSXRWRVZZTFU0dE56QWlMejQ4ZFhObElHUmhkR0V0WXowaU56SWlJSGhzYVc1ck9taHlaV1k5SWlOTlNsZ3RNaTFVUlZndFRpMDNNaUlnZEhKaGJuTm1iM0p0UFNKMGNtRnVjMnhoZEdVb05UVTJMREFwSWk4K1BIVnpaU0JrWVhSaExXTTlJalkxSWlCNGJHbHVhenBvY21WbVBTSWpUVXBZTFRJdFZFVllMVTR0TmpVaUlIUnlZVzV6Wm05eWJUMGlkSEpoYm5Oc1lYUmxLRGswT0N3d0tTSXZQand2Wno0OEwyYytQQzluUGp4bklHUmhkR0V0Ylcxc0xXNXZaR1U5SW0xdklpQjBjbUZ1YzJadmNtMDlJblJ5WVc1emJHRjBaU2d4T1RnNExqRXNNQ2tpUGp4MWMyVWdaR0YwWVMxalBTSXpRU0lnZUd4cGJtczZhSEpsWmowaUkwMUtXQzB5TFZSRldDMU9MVE5CSWk4K1BDOW5QanhuSUdSaGRHRXRiVzFzTFc1dlpHVTlJbTF6ZFhBaUlIUnlZVzV6Wm05eWJUMGlkSEpoYm5Oc1lYUmxLREkxTkRNdU9Dd3dLU0krUEdjZ1pHRjBZUzF0Yld3dGJtOWtaVDBpVkdWWVFYUnZiU0lnWkdGMFlTMXRhbmd0ZEdWNFkyeGhjM005SWs5U1JDSStQR2NnWkdGMFlTMXRiV3d0Ym05a1pUMGliV2tpUGp4MWMyVWdaR0YwWVMxalBTSXlNVEZFSWlCNGJHbHVhenBvY21WbVBTSWpUVXBZTFRJdFZFVllMVVF0TWpFeFJDSXZQand2Wno0OEwyYytQR2NnWkdGMFlTMXRiV3d0Ym05a1pUMGliVzRpSUhSeVlXNXpabTl5YlQwaWRISmhibk5zWVhSbEtEYzFOU3cwTVRNcElITmpZV3hsS0RBdU56QTNLU0krUEhWelpTQmtZWFJoTFdNOUlqTXlJaUI0YkdsdWF6cG9jbVZtUFNJalRVcFlMVEl0VkVWWUxVNHRNeklpTHo0OEwyYytQQzluUGp4bklHUmhkR0V0Ylcxc0xXNXZaR1U5SW0xdklpQjBjbUZ1YzJadmNtMDlJblJ5WVc1emJHRjBaU2d6T1RJMExqWXNNQ2tpUGp4MWMyVWdaR0YwWVMxalBTSkVOeUlnZUd4cGJtczZhSEpsWmowaUkwMUtXQzB5TFZSRldDMU9MVVEzSWk4K1BDOW5QanhuSUdSaGRHRXRiVzFzTFc1dlpHVTlJbTF6ZFhBaUlIUnlZVzV6Wm05eWJUMGlkSEpoYm5Oc1lYUmxLRFE1TWpRdU9Dd3dLU0krUEdjZ1pHRjBZUzF0Yld3dGJtOWtaVDBpVkdWWVFYUnZiU0lnWkdGMFlTMXRhbmd0ZEdWNFkyeGhjM005SWs5U1JDSStQR2NnWkdGMFlTMXRiV3d0Ym05a1pUMGliV2tpUGp4MWMyVWdaR0YwWVMxalBTSXlNVEZFSWlCNGJHbHVhenBvY21WbVBTSWpUVXBZTFRJdFZFVllMVVF0TWpFeFJDSXZQand2Wno0OEwyYytQR2NnWkdGMFlTMXRiV3d0Ym05a1pUMGliVzRpSUhSeVlXNXpabTl5YlQwaWRISmhibk5zWVhSbEtEYzFOU3cwTVRNcElITmpZV3hsS0RBdU56QTNLU0krUEhWelpTQmtZWFJoTFdNOUlqTXpJaUI0YkdsdWF6cG9jbVZtUFNJalRVcFlMVEl0VkVWWUxVNHRNek1pTHo0OEwyYytQQzluUGp4bklHUmhkR0V0Ylcxc0xXNXZaR1U5SW0xdklpQjBjbUZ1YzJadmNtMDlJblJ5WVc1emJHRjBaU2cyTXpZeExqSXNNQ2tpUGp4MWMyVWdaR0YwWVMxalBTSXlNVGt5SWlCNGJHbHVhenBvY21WbVBTSWpUVXBZTFRJdFZFVllMVTR0TWpFNU1pSXZQand2Wno0OFp5QmtZWFJoTFcxdGJDMXViMlJsUFNKdGMzVndJaUIwY21GdWMyWnZjbTA5SW5SeVlXNXpiR0YwWlNnM05qTTVMREFwSWo0OFp5QmtZWFJoTFcxdGJDMXViMlJsUFNKVVpWaEJkRzl0SWlCa1lYUmhMVzFxZUMxMFpYaGpiR0Z6Y3owaVQxSkVJajQ4WnlCa1lYUmhMVzF0YkMxdWIyUmxQU0p0YVNJK1BIVnpaU0JrWVhSaExXTTlJakl4TVVRaUlIaHNhVzVyT21oeVpXWTlJaU5OU2xndE1pMVVSVmd0UkMweU1URkVJaTgrUEM5blBqd3ZaejQ4WnlCa1lYUmhMVzF0YkMxdWIyUmxQU0p0YmlJZ2RISmhibk5tYjNKdFBTSjBjbUZ1YzJ4aGRHVW9OelUxTERReE15a2djMk5oYkdVb01DNDNNRGNwSWo0OGRYTmxJR1JoZEdFdFl6MGlNeklpSUhoc2FXNXJPbWh5WldZOUlpTk5TbGd0TWkxVVJWZ3RUaTB6TWlJdlBqd3ZaejQ4TDJjK1BHY2daR0YwWVMxdGJXd3RibTlrWlQwaWJXOGlJSFJ5WVc1elptOXliVDBpZEhKaGJuTnNZWFJsS0Rrd01Ua3VOeXd3S1NJK1BIVnpaU0JrWVhSaExXTTlJa1EzSWlCNGJHbHVhenBvY21WbVBTSWpUVXBZTFRJdFZFVllMVTR0UkRjaUx6NDhMMmMrUEdjZ1pHRjBZUzF0Yld3dGJtOWtaVDBpYlhOMWNDSWdkSEpoYm5ObWIzSnRQU0owY21GdWMyeGhkR1VvTVRBd01qQXNNQ2tpUGp4bklHUmhkR0V0Ylcxc0xXNXZaR1U5SWxSbFdFRjBiMjBpSUdSaGRHRXRiV3A0TFhSbGVHTnNZWE56UFNKUFVrUWlQanhuSUdSaGRHRXRiVzFzTFc1dlpHVTlJbTFwSWo0OGRYTmxJR1JoZEdFdFl6MGlNakV4UkNJZ2VHeHBibXM2YUhKbFpqMGlJMDFLV0MweUxWUkZXQzFFTFRJeE1VUWlMejQ4TDJjK1BDOW5QanhuSUdSaGRHRXRiVzFzTFc1dlpHVTlJbTF1SWlCMGNtRnVjMlp2Y20wOUluUnlZVzV6YkdGMFpTZzNOVFVzTkRFektTQnpZMkZzWlNnd0xqY3dOeWtpUGp4MWMyVWdaR0YwWVMxalBTSXpNeUlnZUd4cGJtczZhSEpsWmowaUkwMUtXQzB5TFZSRldDMU9MVE16SWk4K1BDOW5Qand2Wno0OEwyYytQQzluUGp3dmMzWm5QZz09IiwKCSJSZWFsVmlld1NpemVKc29uIiA6ICJ7XCJoZWlnaHRcIjo0MTMsXCJ3aWR0aFwiOjM5NDZ9Igp9Cg=="/>
    </extobj>
    <extobj name="2384804F-3998-4D57-9195-F3826E402611-10">
      <extobjdata type="2384804F-3998-4D57-9195-F3826E402611" data="ewoJIkltZ1NldHRpbmdKc29uIiA6ICJ7XCJoZWlnaHRcIjoyMC41MzU3MTQyODU3MTQyODUsXCJ3aWR0aFwiOjIwOC4wMzU3MTQyODU3MTQyOH0iLAoJIkxhdGV4IiA6ICJGX3tcXHRleHR7aHlicmlkfX0gOiBcXG1hdGhiYntSfV4yIFxcdGltZXMgXFxtYXRoYmJ7Un1eMyBcXHRvIFxcbWF0aGJie1J9XjIgXFx0aW1lcyBcXG1hdGhiYntSfSIsCgkiTGF0ZXhJbWdCYXNlNjQiIDogIlBITjJaeUI0Yld4dWN6MGlhSFIwY0RvdkwzZDNkeTUzTXk1dmNtY3ZNakF3TUM5emRtY2lJSGRwWkhSb1BTSXlOaTQyTmpGbGVDSWdhR1ZwWjJoMFBTSXlMalkyTm1WNElpQnliMnhsUFNKcGJXY2lJR1p2WTNWellXSnNaVDBpWm1Gc2MyVWlJSFpwWlhkQ2IzZzlJakFnTFRnNE15NDVJREV4TnpnMExqSWdNVEUzT0M0eUlpQjRiV3h1Y3pwNGJHbHVhejBpYUhSMGNEb3ZMM2QzZHk1M015NXZjbWN2TVRrNU9TOTRiR2x1YXlJZ1lYSnBZUzFvYVdSa1pXNDlJblJ5ZFdVaUlITjBlV3hsUFNKMlpYSjBhV05oYkMxaGJHbG5iam9nTFRBdU5qWTJaWGc3SUcxaGVDMTNhV1IwYURvZ09UZ2xPeUkrUEdSbFpuTStQSEJoZEdnZ2FXUTlJazFLV0MweUxWUkZXQzFKTFRGRU5ETTVJaUJrUFNKTk5EZ2dNVkV6TVNBeElETXhJREV4VVRNeElERXpJRE0wSURJMVVUTTRJRFF4SURReUlEUXpWRFkxSURRMlVUa3lJRFEySURFeU5TQTBPVkV4TXprZ05USWdNVFEwSURZeFVURTBOaUEyTmlBeU1UVWdNelF5VkRJNE5TQTJNakpSTWpnMUlEWXlPU0F5T0RFZ05qSTVVVEkzTXlBMk16SWdNakk0SURZek5FZ3hPVGRSTVRreElEWTBNQ0F4T1RFZ05qUXlWREU1TXlBMk5UbFJNVGszSURZM05pQXlNRE1nTmpnd1NEYzBNbEUzTkRrZ05qYzJJRGMwT1NBMk5qbFJOelE1SURZMk5DQTNNellnTlRVM1ZEY3lNaUEwTkRkUk56SXdJRFEwTUNBM01ESWdORFF3U0RZNU1GRTJPRE1nTkRRMUlEWTRNeUEwTlROUk5qZ3pJRFExTkNBMk9EWWdORGMzVkRZNE9TQTFNekJSTmpnNUlEVTJNQ0EyT0RJZ05UYzVWRFkyTXlBMk1UQlVOakkySURZeU5sUTFOelVnTmpNelZEVXdNeUEyTXpSSU5EZ3dVVE01T0NBMk16TWdNemt6SURZek1WRXpPRGdnTmpJNUlETTROaUEyTWpOUk16ZzFJRFl5TWlBek5USWdORGt5VERNeU1DQXpOak5JTXpjMVVUTTNPQ0F6TmpNZ016azRJRE0yTTFRME1qWWdNelkwVkRRME9DQXpOamRVTkRjeUlETTNORlEwT0RrZ016ZzJVVFV3TWlBek9UZ2dOVEV4SURReE9WUTFNalFnTkRVM1ZEVXlPU0EwTnpWUk5UTXlJRFE0TUNBMU5EZ2dORGd3U0RVMk1GRTFOamNnTkRjMUlEVTJOeUEwTnpCUk5UWTNJRFEyTnlBMU16WWdNek01VkRVd01pQXlNRGRSTlRBd0lESXdNQ0EwT0RJZ01qQXdTRFEzTUZFME5qTWdNakEySURRMk15QXlNVEpSTkRZeklESXhOU0EwTmpnZ01qTTBWRFEzTXlBeU56UlJORGN6SURNd015QTBOVE1nTXpFd1ZETTJOQ0F6TVRkSU16QTVUREkzTnlBeE9UQlJNalExSURZMklESTBOU0EyTUZFeU5EVWdORFlnTXpNMElEUTJTRE0xT1ZFek5qVWdOREFnTXpZMUlETTVWRE0yTXlBeE9WRXpOVGtnTmlBek5UTWdNRWd6TXpaUk1qazFJRElnTVRnMUlESlJNVEl3SURJZ09EWWdNbFEwT0NBeFdpSXZQanh3WVhSb0lHbGtQU0pOU2xndE1pMVVSVmd0VGkwMk9DSWdaRDBpVFRReElEUTJTRFUxVVRrMElEUTJJREV3TWlBMk1GWTJPRkV4TURJZ056Y2dNVEF5SURreFZERXdNaUF4TWpSVU1UQXlJREUyTjFReE1ETWdNakUzVkRFd015QXlOekpVTVRBeklETXlPVkV4TURNZ016WTJJREV3TXlBME1EZFVNVEF6SURRNE1sUXhNRElnTlRReVZERXdNaUExT0RaVU1UQXlJRFl3TTFFNU9TQTJNaklnT0RnZ05qSTRWRFF6SURZek4wZ3lOVlkyTmpCUk1qVWdOamd6SURJM0lEWTRNMHd6TnlBMk9EUlJORGNnTmpnMUlEWTJJRFk0TmxReE1ETWdOamc0VVRFeU1DQTJPRGtnTVRRd0lEWTVNRlF4TnpBZ05qa3pWREU0TVNBMk9UUklNVGcwVmpNMk4xRXlORFFnTkRReUlETXlPQ0EwTkRKUk5EVXhJRFEwTWlBME5qTWdNekk1VVRRMk5DQXpNaklnTkRZMElERTVNRll4TURSUk5EWTBJRFkySURRMk5pQTFPVlEwTnpjZ05EbFJORGs0SURRMklEVXlOaUEwTmtnMU5ESldNRWcxTXpSTU5URXdJREZSTkRnM0lESWdORFl3SURKVU5ESXlJRE5STXpFNUlETWdNekV3SURCSU16QXlWalEyU0RNeE9GRXpOemtnTkRZZ016YzVJRFl5VVRNNE1DQTJOQ0F6T0RBZ01qQXdVVE0zT1NBek16VWdNemM0SURNME0xRXpOeklnTXpjeElETTFPQ0F6T0RWVU16TTBJRFF3TWxRek1EZ2dOREEwVVRJMk15QTBNRFFnTWpJNUlETTNNRkV5TURJZ016UXpJREU1TlNBek1UVlVNVGczSURJek1sWXhOamhXTVRBNFVURTROeUEzT0NBeE9EZ2dOamhVTVRreElEVTFWREl3TUNBME9WRXlNakVnTkRZZ01qUTVJRFEyU0RJMk5WWXdTREkxTjB3eU16UWdNVkV5TVRBZ01pQXhPRE1nTWxReE5EVWdNMUUwTWlBeklETXpJREJJTWpWV05EWklOREZhSWk4K1BIQmhkR2dnYVdROUlrMUtXQzB5TFZSRldDMU9MVGM1SWlCa1BTSk5OamtnTFRZMlVUa3hJQzAyTmlBeE1EUWdMVGd3VkRFeE9DQXRNVEUyVVRFeE9DQXRNVE0wSURFd09TQXRNVFExVkRreElDMHhOakJST0RRZ0xURTJNeUE1TnlBdE1UWTJVVEV3TkNBdE1UWTRJREV4TVNBdE1UWTRVVEV6TVNBdE1UWTRJREUwT0NBdE1UVTVWREUzTlNBdE1UTTRWREU1TnlBdE1UQTJWREl4TXlBdE56VlVNakkxSUMwME0wd3lORElnTUV3eE56QWdNVGd6VVRFMU1DQXlNek1nTVRJMUlESTVOMUV4TURFZ016VTRJRGsySURNMk9GUTRNQ0F6T0RGUk56a2dNemd5SURjNElETTRNbEUyTmlBek9EVWdNelFnTXpnMVNERTVWalF6TVVneU5rdzBOaUEwTXpCUk5qVWdORE13SURnNElEUXlPVlF4TWpJZ05ESTRVVEV5T1NBME1qZ2dNVFF5SURReU9GUXhOekVnTkRJNVZESXdNQ0EwTXpCVU1qSTBJRFF6TUV3eU16TWdORE14U0RJME1WWXpPRFZJTWpNeVVURTRNeUF6T0RVZ01UZzFJRE0yTmt3eU9EWWdNVEV5VVRJNE5pQXhNVE1nTXpNeUlESXlOMHd6TnpZZ016UXhWak0xTUZFek56WWdNelkxSURNMk5pQXpOek5VTXpRNElETTRNMVF6TXpRZ016ZzFTRE16TVZZME16RklNek0zU0RNME5GRXpOVEVnTkRNeElETTJNU0EwTXpGVU16Z3lJRFF6TUZRME1EVWdOREk1VkRReU1pQTBNamxSTkRjM0lEUXlPU0ExTURNZ05ETXhTRFV3T0ZZek9EVklORGszVVRRME1TQXpPREFnTkRJeUlETTBOVkUwTWpBZ016UXpJRE0zT0NBeU16VlVNamc1SURsVU1qSTNJQzB4TXpGUk1UZ3dJQzB5TURRZ01URXpJQzB5TURSUk5qa2dMVEl3TkNBME5DQXRNVGMzVkRFNUlDMHhNVFpSTVRrZ0xUZzVJRE0xSUMwM09GUTJPU0F0TmpaYUlpOCtQSEJoZEdnZ2FXUTlJazFLV0MweUxWUkZXQzFPTFRZeUlpQmtQU0pOTXpBM0lDMHhNVkV5TXpRZ0xURXhJREUyT0NBMU5Vd3hOVGdnTXpkUk1UVTJJRE0wSURFMU15QXlPRlF4TkRjZ01UZFVNVFF6SURFd1RERXpPQ0F4VERFeE9DQXdTRGs0VmpJNU9GRTVPQ0ExT1RrZ09UY2dOakF6VVRrMElEWXlNaUE0TXlBMk1qaFVNemdnTmpNM1NESXdWalkyTUZFeU1DQTJPRE1nTWpJZ05qZ3pURE15SURZNE5GRTBNaUEyT0RVZ05qRWdOamcyVkRrNElEWTRPRkV4TVRVZ05qZzVJREV6TlNBMk9UQlVNVFkxSURZNU0xUXhOellnTmprMFNERTNPVlkxTkROUk1UYzVJRE01TVNBeE9EQWdNemt4VERFNE15QXpPVFJSTVRnMklETTVOeUF4T1RJZ05EQXhWREl3TnlBME1URlVNakk0SURReU1WUXlOVFFnTkRNeFZESTROaUEwTXpsVU16SXpJRFEwTWxFME1ERWdORFF5SURRMk1TQXpOemxVTlRJeUlESXhObEUxTWpJZ01URTFJRFExT0NBMU1sUXpNRGNnTFRFeFdrMHhPRElnT1RoUk1UZ3lJRGszSURFNE55QTVNRlF4T1RZZ056bFVNakEySURZM1ZESXhPQ0ExTlZReU16TWdORFJVTWpVd0lETTFWREkzTVNBeU9WUXlPVFVnTWpaUk16TXdJREkySURNMk15QTBObFEwTVRJZ01URXpVVFF5TkNBeE5EZ2dOREkwSURJeE1sRTBNalFnTWpnM0lEUXhNaUF6TWpOUk16ZzFJRFF3TlNBek1EQWdOREExVVRJM01DQTBNRFVnTWpNNUlETTVNRlF4T0RnZ016UTNUREU0TWlBek16bFdPVGhhSWk4K1BIQmhkR2dnYVdROUlrMUtXQzB5TFZSRldDMU9MVGN5SWlCa1BTSk5NellnTkRaSU5UQlJPRGtnTkRZZ09UY2dOakJXTmpoUk9UY2dOemNnT1RjZ09URlVPVGdnTVRJeVZEazRJREUyTVZRNU9DQXlNRE5ST1RnZ01qTTBJRGs0SURJMk9WUTVPQ0F6TWpoTU9UY2dNelV4VVRrMElETTNNQ0E0TXlBek56WlVNemdnTXpnMVNESXdWalF3T0ZFeU1DQTBNekVnTWpJZ05ETXhURE15SURRek1sRTBNaUEwTXpNZ05qQWdORE0wVkRrMklEUXpObEV4TVRJZ05ETTNJREV6TVNBME16aFVNVFl3SURRME1WUXhOekVnTkRReVNERTNORll6TnpOUk1qRXpJRFEwTVNBeU56RWdORFF4U0RJM04xRXpNaklnTkRReElETTBNeUEwTVRsVU16WTBJRE0zTTFFek5qUWdNelV5SURNMU1TQXpNemRVTXpFeklETXlNbEV5T0RnZ016SXlJREkzTmlBek16aFVNall6SURNM01sRXlOak1nTXpneElESTJOU0F6T0RoVU1qY3dJRFF3TUZReU56TWdOREExVVRJM01TQTBNRGNnTWpVd0lEUXdNVkV5TXpRZ016a3pJREl5TmlBek9EWlJNVGM1SURNME1TQXhOemtnTWpBM1ZqRTFORkV4TnprZ01UUXhJREUzT1NBeE1qZFVNVGM1SURFd01WUXhPREFnT0RGVU1UZ3dJRFkyVmpZeFVURTRNU0ExT1NBeE9ETWdOVGRVTVRnNElEVTBWREU1TXlBMU1WUXlNREFnTkRsVU1qQTNJRFE0VkRJeE5pQTBOMVF5TWpVZ05EZFVNak0xSURRMlZESTBOU0EwTmtneU56WldNRWd5TmpkUk1qUTVJRE1nTVRRd0lETlJNemNnTXlBeU9DQXdTREl3VmpRMlNETTJXaUl2UGp4d1lYUm9JR2xrUFNKTlNsZ3RNaTFVUlZndFRpMDJPU0lnWkQwaVRUWTVJRFl3T1ZFMk9TQTJNemNnT0RjZ05qVXpWREV6TVNBMk5qbFJNVFUwSURZMk55QXhOekVnTmpVeVZERTRPQ0EyTURsUk1UZzRJRFUzT1NBeE56RWdOVFkwVkRFeU9TQTFORGxSTVRBMElEVTBPU0E0TnlBMU5qUlVOamtnTmpBNVdrMHlORGNnTUZFeU16SWdNeUF4TkRNZ00xRXhNeklnTXlBeE1EWWdNMVExTmlBeFRETTBJREJJTWpaV05EWklOREpSTnpBZ05EWWdPVEVnTkRsUk1UQXdJRFV6SURFd01pQTJNRlF4TURRZ01UQXlWakl3TlZZeU9UTlJNVEEwSURNME5TQXhNRElnTXpVNVZEZzRJRE0zT0ZFM05DQXpPRFVnTkRFZ016ZzFTRE13VmpRd09GRXpNQ0EwTXpFZ016SWdORE14VERReUlEUXpNbEUxTWlBME16TWdOekFnTkRNMFZERXdOaUEwTXpaUk1USXpJRFF6TnlBeE5ESWdORE00VkRFM01TQTBOREZVTVRneUlEUTBNa2d4T0RWV05qSlJNVGt3SURVeUlERTVOeUExTUZReU16SWdORFpJTWpVMVZqQklNalEzV2lJdlBqeHdZWFJvSUdsa1BTSk5TbGd0TWkxVVJWZ3RUaTAyTkNJZ1pEMGlUVE0zTmlBME9UVlJNemMySURVeE1TQXpOellnTlRNMVZETTNOeUExTmpoUk16YzNJRFl4TXlBek5qY2dOakkwVkRNeE5pQTJNemRJTWprNFZqWTJNRkV5T1RnZ05qZ3pJRE13TUNBMk9ETk1NekV3SURZNE5GRXpNakFnTmpnMUlETXpPU0EyT0RaVU16YzJJRFk0T0ZFek9UTWdOamc1SURReE15QTJPVEJVTkRReklEWTVNMVEwTlRRZ05qazBTRFExTjFZek9UQlJORFUzSURnMElEUTFPQ0E0TVZFME5qRWdOakVnTkRjeUlEVTFWRFV4TnlBME5rZzFNelZXTUZFMU16TWdNQ0EwTlRrZ0xUVlVNemd3SUMweE1VZ3pOek5XTkRSTU16WTFJRE0zVVRNd055QXRNVEVnTWpNMUlDMHhNVkV4TlRnZ0xURXhJRGsySURVd1ZETTBJREl4TlZFek5DQXpNVFVnT1RjZ016YzRWREkwTkNBME5ESlJNekU1SURRME1pQXpOellnTXprelZqUTVOVnBOTXpjeklETTBNbEV6TWpnZ05EQTFJREkyTUNBME1EVlJNakV4SURRd05TQXhOek1nTXpZNVVURTBOaUF6TkRFZ01UTTVJRE13TlZReE16RWdNakV4VVRFek1TQXhOVFVnTVRNNElERXlNRlF4TnpNZ05UbFJNakF6SURJMklESTFNU0F5TmxFek1qSWdNallnTXpjeklERXdNMVl6TkRKYUlpOCtQSEJoZEdnZ2FXUTlJazFLV0MweUxWUkZXQzFPTFROQklpQmtQU0pOTnpnZ016Y3dVVGM0SURNNU5DQTVOU0EwTVRKVU1UTTRJRFF6TUZFeE5qSWdORE13SURFNE1DQTBNVFJVTVRrNUlETTNNVkV4T1RrZ016UTJJREU0TWlBek1qaFVNVE01SURNeE1GUTVOaUF6TWpkVU56Z2dNemN3V2swM09DQTJNRkUzT0NBNE5DQTVOU0F4TURKVU1UTTRJREV5TUZFeE5qSWdNVEl3SURFNE1DQXhNRFJVTVRrNUlEWXhVVEU1T1NBek5pQXhPRElnTVRoVU1UTTVJREJVT1RZZ01UZFVOemdnTmpCYUlpOCtQSEJoZEdnZ2FXUTlJazFLV0MweUxWUkZXQzFFTFRJeE1VUWlJR1E5SWsweE55QTJOalZSTVRjZ05qY3lJREk0SURZNE0wZ3lNakZSTkRFMUlEWTRNU0EwTXprZ05qYzNVVFEyTVNBMk56TWdORGd4SURZMk4xUTFNVFlnTmpVMFZEVTBOQ0EyTXpsVU5UWTJJRFl5TTFRMU9EUWdOakEzVkRVNU55QTFPVEpVTmpBM0lEVTNPRlEyTVRRZ05UWTFWRFl4T0NBMU5UUk1Oakl4SURVME9GRTJNallnTlRNd0lEWXlOaUEwT1RkUk5qSTJJRFEwTnlBMk1UTWdOREU1VVRVM09DQXpORGdnTkRjeklETXlOa3cwTlRVZ016SXhVVFEyTWlBek1UQWdORGN6SURJNU1sUTFNVGNnTWpJMlZEVTNPQ0F4TkRGVU5qTTNJRGN5VkRZNE5pQXpOVkUzTURVZ016QWdOekExSURFMlVUY3dOU0EzSURZNU15QXRNVWcxTVRCUk5UQXpJRFlnTkRBMElERTFPVXd6TURZZ016RXdTREkyT0ZZeE9ETlJNamN3SURZM0lESTNNU0ExT1ZFeU56UWdORElnTWpreElETTRVVEk1TlNBek55QXpNVGtnTXpWUk16UTBJRE0xSURNMU15QXlPRkV6TmpJZ01UY2dNelV6SUROTU16UTJJQzB4U0RJNFVURTJJRFVnTVRZZ01UWlJNVFlnTXpVZ05UVWdNelZST1RZZ016Z2dNVEF4SURVeVVURXdOaUEyTUNBeE1EWWdNelF4VkRFd01TQTJNekpST1RVZ05qUTFJRFUxSURZME9GRXhOeUEyTkRnZ01UY2dOalkxV2sweU5ERWdNelZSTWpNNElEUXlJREl6TnlBME5WUXlNelVnTnpoVU1qTXpJREUyTTFReU16TWdNek0zVmpZeU1Vd3lNemNnTmpNMVRESTBOQ0EyTkRoSU1UTXpVVEV6TmlBMk5ERWdNVE0zSURZek9GUXhNemtnTmpBelZERTBNU0ExTVRkVU1UUXhJRE0wTVZFeE5ERWdNVE14SURFME1DQTRPVlF4TXpRZ016ZFJNVE16SURNMklERXpNeUF6TlVneU5ERmFUVFExTnlBME9UWlJORFUzSURVME1DQTBORGtnTlRjd1ZEUXlOU0EyTVRWVU5EQXdJRFl6TkZRek56Y2dOalF6VVRNM05DQTJORE1nTXpNNUlEWTBPRkV6TURBZ05qUTRJREk0TVNBMk16VlJNamN4SURZeU9DQXlOekFnTmpFd1ZESTJPQ0EwT0RGV016UTJTREk0TkZFek1qY2dNelEySURNM05TQXpOVEpSTkRJeElETTJOQ0EwTXprZ016a3lWRFExTnlBME9UWmFUVFE1TWlBMU16ZFVORGt5SURRNU5sUTBPRGdnTkRJM1ZEUTNPQ0F6T0RsVU5EWTVJRE0zTVZRME5qUWdNell4VVRRMk5DQXpOakFnTkRZMUlETTJNRkUwTmprZ016WXdJRFE1TnlBek56QlJOVGt6SURRd01DQTFPVE1nTkRrMVVUVTVNeUExT1RJZ05EYzNJRFl6TUV3ME5UY2dOak0zVERRMk1TQTJNalpSTkRjMElEWXhNU0EwT0RnZ05UWXhVVFE1TWlBMU16Y2dORGt5SURRNU5scE5ORFkwSURJME0xRTBNVEVnTXpFM0lEUXhNQ0F6TVRkUk5EQTBJRE14TnlBME1ERWdNekUxVVRNNE5DQXpNVFVnTXpjd0lETXhNa2d6TkRaTU5USTJJRE0xU0RZeE9VdzJNRFlnTlRCUk5UVXpJREV3T1NBME5qUWdNalF6V2lJdlBqeHdZWFJvSUdsa1BTSk5TbGd0TWkxVVJWZ3RUaTB6TWlJZ1pEMGlUVEV3T1NBME1qbFJPRElnTkRJNUlEWTJJRFEwTjFRMU1DQTBPVEZSTlRBZ05UWXlJREV3TXlBMk1UUlVNak0xSURZMk5sRXpNallnTmpZMklETTROeUEyTVRCVU5EUTVJRFEyTlZFME5Ea2dOREl5SURReU9TQXpPRE5VTXpneElETXhOVlF6TURFZ01qUXhVVEkyTlNBeU1UQWdNakF4SURFME9Vd3hORElnT1ROTU1qRTRJRGt5VVRNM05TQTVNaUF6T0RVZ09UZFJNemt5SURrNUlEUXdPU0F4T0RaV01UZzVTRFEwT1ZZeE9EWlJORFE0SURFNE15QTBNellnT1RWVU5ESXhJRE5XTUVnMU1GWXhPVll6TVZFMU1DQXpPQ0ExTmlBME5sUTROaUE0TVZFeE1UVWdNVEV6SURFek5pQXhNemRSTVRRMUlERTBOeUF4TnpBZ01UYzBWREl3TkNBeU1URlVNak16SURJME5GUXlOakVnTWpjNFZESTROQ0F6TURoVU16QTFJRE0wTUZRek1qQWdNelk1VkRNek15QTBNREZVTXpRd0lEUXpNVlF6TkRNZ05EWTBVVE0wTXlBMU1qY2dNekE1SURVM00xUXlNVElnTmpFNVVURTNPU0EyTVRrZ01UVTBJRFl3TWxReE1Ua2dOVFk1VkRFd09TQTFOVEJSTVRBNUlEVTBPU0F4TVRRZ05UUTVVVEV6TWlBMU5Ea2dNVFV4SURVek5WUXhOekFnTkRnNVVURTNNQ0EwTmpRZ01UVTBJRFEwTjFReE1Ea2dOREk1V2lJdlBqeHdZWFJvSUdsa1BTSk5TbGd0TWkxVVJWZ3RUaTFFTnlJZ1pEMGlUVFl6TUNBeU9WRTJNekFnT1NBMk1Ea2dPVkUyTURRZ09TQTFPRGNnTWpWVU5Ea3pJREV4T0V3ek9Ea2dNakl5VERJNE5DQXhNVGRSTVRjNElERXpJREUzTlNBeE1WRXhOekVnT1NBeE5qZ2dPVkV4TmpBZ09TQXhOVFFnTVRWVU1UUTNJREk1VVRFME55QXpOaUF4TmpFZ05URlVNalUxSURFME5rd3pOVGtnTWpVd1RESTFOU0F6TlRSUk1UYzBJRFF6TlNBeE5qRWdORFE1VkRFME55QTBOekZSTVRRM0lEUTRNQ0F4TlRNZ05EZzFWREUyT0NBME9UQlJNVGN6SURRNU1DQXhOelVnTkRnNVVURTNPQ0EwT0RjZ01qZzBJRE00TTB3ek9Ea2dNamM0VERRNU15QXpPREpSTlRjd0lEUTFPU0ExT0RjZ05EYzFWRFl3T1NBME9URlJOak13SURRNU1TQTJNekFnTkRjeFVUWXpNQ0EwTmpRZ05qSXdJRFExTTFRMU1qSWdNelUxVERReE9DQXlOVEJNTlRJeUlERTBOVkUyTURZZ05qRWdOakU0SURRNFZEWXpNQ0F5T1ZvaUx6NDhjR0YwYUNCcFpEMGlUVXBZTFRJdFZFVllMVTR0TXpNaUlHUTlJazB4TWpjZ05EWXpVVEV3TUNBME5qTWdPRFVnTkRnd1ZEWTVJRFV5TkZFMk9TQTFOemtnTVRFM0lEWXlNbFF5TXpNZ05qWTFVVEkyT0NBMk5qVWdNamMzSURZMk5GRXpOVEVnTmpVeUlETTVNQ0EyTVRGVU5ETXdJRFV5TWxFME16QWdORGN3SURNNU5pQTBNakZVTXpBeUlETTFNRXd5T1RrZ016UTRVVEk1T1NBek5EY2dNekE0SURNME5WUXpNemNnTXpNMlZETTNOU0F6TVRWUk5EVTNJREkyTWlBME5UY2dNVGMxVVRRMU55QTVOaUF6T1RVZ016ZFVNak00SUMweU1sRXhOVGdnTFRJeUlERXdNQ0F5TVZRME1pQXhNekJSTkRJZ01UVTRJRFl3SURFM05WUXhNRFVnTVRrelVURXpNeUF4T1RNZ01UVXhJREUzTlZReE5qa2dNVE13VVRFMk9TQXhNVGtnTVRZMklERXhNRlF4TlRrZ09UUlVNVFE0SURneVZERXpOaUEzTkZReE1qWWdOekJVTVRFNElEWTNUREV4TkNBMk5sRXhOalVnTWpFZ01qTTRJREl4VVRJNU15QXlNU0F6TWpFZ056UlJNek00SURFd055QXpNemdnTVRjMVZqRTVOVkV6TXpnZ01qa3dJREkzTkNBek1qSlJNalU1SURNeU9DQXlNVE1nTXpJNVRERTNNU0F6TXpCTU1UWTRJRE16TWxFeE5qWWdNek0xSURFMk5pQXpORGhSTVRZMklETTJOaUF4TnpRZ016WTJVVEl3TWlBek5qWWdNak15SURNM01WRXlOallnTXpjMklESTVOQ0EwTVROVU16SXlJRFV5TlZZMU16TlJNekl5SURVNU1DQXlPRGNnTmpFeVVUSTJOU0EyTWpZZ01qUXdJRFl5TmxFeU1EZ2dOakkySURFNE1TQTJNVFZVTVRReklEVTVNbFF4TXpJZ05UZ3dTREV6TlZFeE16Z2dOVGM1SURFME15QTFOemhVTVRVeklEVTNNMVF4TmpVZ05UWTJWREUzTlNBMU5UVlVNVGd6SURVME1GUXhPRFlnTlRJd1VURTROaUEwT1RnZ01UY3lJRFE0TVZReE1qY2dORFl6V2lJdlBqeHdZWFJvSUdsa1BTSk5TbGd0TWkxVVJWZ3RUaTB5TVRreUlpQmtQU0pOTlRZZ01qTTNWRFUySURJMU1GUTNNQ0F5TnpCSU9ETTFVVGN4T1NBek5UY2dOamt5SURRNU0xRTJPVElnTkRrMElEWTVNaUEwT1RaVU5qa3hJRFE1T1ZFMk9URWdOVEV4SURjd09DQTFNVEZJTnpFeFVUY3lNQ0ExTVRFZ056SXpJRFV4TUZRM01qa2dOVEEyVkRjek1pQTBPVGRVTnpNMUlEUTRNVlEzTkRNZ05EVTJVVGMyTlNBek9Ea2dPREUySURNek5sUTVNelVnTWpZeFVUazBOQ0F5TlRnZ09UUTBJREkxTUZFNU5EUWdNalEwSURrek9TQXlOREZVT1RFMUlESXpNVlE0TnpjZ01qRXlVVGd6TmlBeE9EWWdPREEySURFMU1sUTNOakVnT0RWVU56UXdJRE0xVkRjek1pQTBVVGN6TUNBdE5pQTNNamNnTFRoVU56RXhJQzB4TVZFMk9URWdMVEV4SURZNU1TQXdVVFk1TVNBM0lEWTVOaUF5TlZFM01qZ2dNVFV4SURnek5TQXlNekJJTnpCUk5UWWdNak0zSURVMklESTFNRm9pTHo0OEwyUmxabk0rUEdjZ2MzUnliMnRsUFNKamRYSnlaVzUwUTI5c2IzSWlJR1pwYkd3OUltTjFjbkpsYm5SRGIyeHZjaUlnYzNSeWIydGxMWGRwWkhSb1BTSXdJaUIwY21GdWMyWnZjbTA5SW5OallXeGxLREVzTFRFcElqNDhaeUJrWVhSaExXMXRiQzF1YjJSbFBTSnRZWFJvSWo0OFp5QmtZWFJoTFcxdGJDMXViMlJsUFNKdGMzVmlJajQ4WnlCa1lYUmhMVzF0YkMxdWIyUmxQU0p0YVNJK1BIVnpaU0JrWVhSaExXTTlJakZFTkRNNUlpQjRiR2x1YXpwb2NtVm1QU0lqVFVwWUxUSXRWRVZZTFVrdE1VUTBNemtpTHo0OEwyYytQR2NnWkdGMFlTMXRiV3d0Ym05a1pUMGlWR1ZZUVhSdmJTSWdkSEpoYm5ObWIzSnRQU0owY21GdWMyeGhkR1VvTmpjMkxDMHhOVEFwSUhOallXeGxLREF1TnpBM0tTSWdaR0YwWVMxdGFuZ3RkR1Y0WTJ4aGMzTTlJazlTUkNJK1BHY2daR0YwWVMxdGJXd3RibTlrWlQwaWJYUmxlSFFpUGp4MWMyVWdaR0YwWVMxalBTSTJPQ0lnZUd4cGJtczZhSEpsWmowaUkwMUtXQzB5TFZSRldDMU9MVFk0SWk4K1BIVnpaU0JrWVhSaExXTTlJamM1SWlCNGJHbHVhenBvY21WbVBTSWpUVXBZTFRJdFZFVllMVTR0TnpraUlIUnlZVzV6Wm05eWJUMGlkSEpoYm5Oc1lYUmxLRFUxTml3d0tTSXZQangxYzJVZ1pHRjBZUzFqUFNJMk1pSWdlR3hwYm1zNmFISmxaajBpSTAxS1dDMHlMVlJGV0MxT0xUWXlJaUIwY21GdWMyWnZjbTA5SW5SeVlXNXpiR0YwWlNneE1EZzBMREFwSWk4K1BIVnpaU0JrWVhSaExXTTlJamN5SWlCNGJHbHVhenBvY21WbVBTSWpUVXBZTFRJdFZFVllMVTR0TnpJaUlIUnlZVzV6Wm05eWJUMGlkSEpoYm5Oc1lYUmxLREUyTkRBc01Da2lMejQ4ZFhObElHUmhkR0V0WXowaU5qa2lJSGhzYVc1ck9taHlaV1k5SWlOTlNsZ3RNaTFVUlZndFRpMDJPU0lnZEhKaGJuTm1iM0p0UFNKMGNtRnVjMnhoZEdVb01qQXpNaXd3S1NJdlBqeDFjMlVnWkdGMFlTMWpQU0kyTkNJZ2VHeHBibXM2YUhKbFpqMGlJMDFLV0MweUxWUkZXQzFPTFRZMElpQjBjbUZ1YzJadmNtMDlJblJ5WVc1emJHRjBaU2d5TXpFd0xEQXBJaTgrUEM5blBqd3ZaejQ4TDJjK1BHY2daR0YwWVMxdGJXd3RibTlrWlQwaWJXOGlJSFJ5WVc1elptOXliVDBpZEhKaGJuTnNZWFJsS0RNd016QXVNeXd3S1NJK1BIVnpaU0JrWVhSaExXTTlJak5CSWlCNGJHbHVhenBvY21WbVBTSWpUVXBZTFRJdFZFVllMVTR0TTBFaUx6NDhMMmMrUEdjZ1pHRjBZUzF0Yld3dGJtOWtaVDBpYlhOMWNDSWdkSEpoYm5ObWIzSnRQU0owY21GdWMyeGhkR1VvTXpVNE5pNHhMREFwSWo0OFp5QmtZWFJoTFcxdGJDMXViMlJsUFNKVVpWaEJkRzl0SWlCa1lYUmhMVzFxZUMxMFpYaGpiR0Z6Y3owaVQxSkVJajQ4WnlCa1lYUmhMVzF0YkMxdWIyUmxQU0p0YVNJK1BIVnpaU0JrWVhSaExXTTlJakl4TVVRaUlIaHNhVzVyT21oeVpXWTlJaU5OU2xndE1pMVVSVmd0UkMweU1URkVJaTgrUEM5blBqd3ZaejQ4WnlCa1lYUmhMVzF0YkMxdWIyUmxQU0p0YmlJZ2RISmhibk5tYjNKdFBTSjBjbUZ1YzJ4aGRHVW9OelUxTERReE15a2djMk5oYkdVb01DNDNNRGNwSWo0OGRYTmxJR1JoZEdFdFl6MGlNeklpSUhoc2FXNXJPbWh5WldZOUlpTk5TbGd0TWkxVVJWZ3RUaTB6TWlJdlBqd3ZaejQ4TDJjK1BHY2daR0YwWVMxdGJXd3RibTlrWlQwaWJXOGlJSFJ5WVc1elptOXliVDBpZEhKaGJuTnNZWFJsS0RRNU5qWXVPU3d3S1NJK1BIVnpaU0JrWVhSaExXTTlJa1EzSWlCNGJHbHVhenBvY21WbVBTSWpUVXBZTFRJdFZFVllMVTR0UkRjaUx6NDhMMmMrUEdjZ1pHRjBZUzF0Yld3dGJtOWtaVDBpYlhOMWNDSWdkSEpoYm5ObWIzSnRQU0owY21GdWMyeGhkR1VvTlRrMk55NHhMREFwSWo0OFp5QmtZWFJoTFcxdGJDMXViMlJsUFNKVVpWaEJkRzl0SWlCa1lYUmhMVzFxZUMxMFpYaGpiR0Z6Y3owaVQxSkVJajQ4WnlCa1lYUmhMVzF0YkMxdWIyUmxQU0p0YVNJK1BIVnpaU0JrWVhSaExXTTlJakl4TVVRaUlIaHNhVzVyT21oeVpXWTlJaU5OU2xndE1pMVVSVmd0UkMweU1URkVJaTgrUEM5blBqd3ZaejQ4WnlCa1lYUmhMVzF0YkMxdWIyUmxQU0p0YmlJZ2RISmhibk5tYjNKdFBTSjBjbUZ1YzJ4aGRHVW9OelUxTERReE15a2djMk5oYkdVb01DNDNNRGNwSWo0OGRYTmxJR1JoZEdFdFl6MGlNek1pSUhoc2FXNXJPbWh5WldZOUlpTk5TbGd0TWkxVVJWZ3RUaTB6TXlJdlBqd3ZaejQ4TDJjK1BHY2daR0YwWVMxdGJXd3RibTlrWlQwaWJXOGlJSFJ5WVc1elptOXliVDBpZEhKaGJuTnNZWFJsS0RjME1ETXVOU3d3S1NJK1BIVnpaU0JrWVhSaExXTTlJakl4T1RJaUlIaHNhVzVyT21oeVpXWTlJaU5OU2xndE1pMVVSVmd0VGkweU1Ua3lJaTgrUEM5blBqeG5JR1JoZEdFdGJXMXNMVzV2WkdVOUltMXpkWEFpSUhSeVlXNXpabTl5YlQwaWRISmhibk5zWVhSbEtEZzJPREV1TWl3d0tTSStQR2NnWkdGMFlTMXRiV3d0Ym05a1pUMGlWR1ZZUVhSdmJTSWdaR0YwWVMxdGFuZ3RkR1Y0WTJ4aGMzTTlJazlTUkNJK1BHY2daR0YwWVMxdGJXd3RibTlrWlQwaWJXa2lQangxYzJVZ1pHRjBZUzFqUFNJeU1URkVJaUI0YkdsdWF6cG9jbVZtUFNJalRVcFlMVEl0VkVWWUxVUXRNakV4UkNJdlBqd3ZaejQ4TDJjK1BHY2daR0YwWVMxdGJXd3RibTlrWlQwaWJXNGlJSFJ5WVc1elptOXliVDBpZEhKaGJuTnNZWFJsS0RjMU5TdzBNVE1wSUhOallXeGxLREF1TnpBM0tTSStQSFZ6WlNCa1lYUmhMV005SWpNeUlpQjRiR2x1YXpwb2NtVm1QU0lqVFVwWUxUSXRWRVZZTFU0dE16SWlMejQ4TDJjK1BDOW5QanhuSUdSaGRHRXRiVzFzTFc1dlpHVTlJbTF2SWlCMGNtRnVjMlp2Y20wOUluUnlZVzV6YkdGMFpTZ3hNREEyTWl3d0tTSStQSFZ6WlNCa1lYUmhMV005SWtRM0lpQjRiR2x1YXpwb2NtVm1QU0lqVFVwWUxUSXRWRVZZTFU0dFJEY2lMejQ4TDJjK1BHY2daR0YwWVMxdGJXd3RibTlrWlQwaVZHVllRWFJ2YlNJZ1pHRjBZUzF0YW5ndGRHVjRZMnhoYzNNOUlrOVNSQ0lnZEhKaGJuTm1iM0p0UFNKMGNtRnVjMnhoZEdVb01URXdOakl1TWl3d0tTSStQR2NnWkdGMFlTMXRiV3d0Ym05a1pUMGliV2tpUGp4MWMyVWdaR0YwWVMxalBTSXlNVEZFSWlCNGJHbHVhenBvY21WbVBTSWpUVXBZTFRJdFZFVllMVVF0TWpFeFJDSXZQand2Wno0OEwyYytQQzluUGp3dlp6NDhMM04yWno0PSIsCgkiUmVhbFZpZXdTaXplSnNvbiIgOiAie1wiaGVpZ2h0XCI6NDE2LFwid2lkdGhcIjo0MTYxfSIKfQo="/>
    </extobj>
    <extobj name="2384804F-3998-4D57-9195-F3826E402611-11">
      <extobjdata type="2384804F-3998-4D57-9195-F3826E402611" data="ewoJIkltZ1NldHRpbmdKc29uIiA6ICJ7XCJoZWlnaHRcIjoyMC41MzU3MTQyODU3MTQyODUsXCJ3aWR0aFwiOjE4Ny40OTk5OTk5OTk5OTk5N30iLAoJIkxhdGV4IiA6ICJGX3tcXHRleHR7cG9zdH19IDogXFxtYXRoYmJ7Un1eMiBcXHRpbWVzIFxcbWF0aGJie1J9IFxcdG8gXFxtYXRoYmJ7Un1eMiBcXHRpbWVzIFxcbWF0aGJie1J9IiwKCSJMYXRleEltZ0Jhc2U2NCIgOiAiUEhOMlp5QjRiV3h1Y3owaWFIUjBjRG92TDNkM2R5NTNNeTV2Y21jdk1qQXdNQzl6ZG1jaUlIZHBaSFJvUFNJeU5DNHdNMlY0SWlCb1pXbG5hSFE5SWpJdU5qVmxlQ0lnY205c1pUMGlhVzFuSWlCbWIyTjFjMkZpYkdVOUltWmhiSE5sSWlCMmFXVjNRbTk0UFNJd0lDMDRPRE11T1NBeE1EWXlNUzQxSURFeE56RXVNU0lnZUcxc2JuTTZlR3hwYm1zOUltaDBkSEE2THk5M2QzY3Vkek11YjNKbkx6RTVPVGt2ZUd4cGJtc2lJR0Z5YVdFdGFHbGtaR1Z1UFNKMGNuVmxJaUJ6ZEhsc1pUMGlkbVZ5ZEdsallXd3RZV3hwWjI0NklDMHdMalkxWlhnN0lHMWhlQzEzYVdSMGFEb2dPVGdsT3lJK1BHUmxabk0rUEhCaGRHZ2dhV1E5SWsxS1dDMHlMVlJGV0MxSkxURkVORE01SWlCa1BTSk5ORGdnTVZFek1TQXhJRE14SURFeFVUTXhJREV6SURNMElESTFVVE00SURReElEUXlJRFF6VkRZMUlEUTJVVGt5SURRMklERXlOU0EwT1ZFeE16a2dOVElnTVRRMElEWXhVVEUwTmlBMk5pQXlNVFVnTXpReVZESTROU0EyTWpKUk1qZzFJRFl5T1NBeU9ERWdOakk1VVRJM015QTJNeklnTWpJNElEWXpORWd4T1RkUk1Ua3hJRFkwTUNBeE9URWdOalF5VkRFNU15QTJOVGxSTVRrM0lEWTNOaUF5TURNZ05qZ3dTRGMwTWxFM05Ea2dOamMySURjME9TQTJOamxSTnpRNUlEWTJOQ0EzTXpZZ05UVTNWRGN5TWlBME5EZFJOekl3SURRME1DQTNNRElnTkRRd1NEWTVNRkUyT0RNZ05EUTFJRFk0TXlBME5UTlJOamd6SURRMU5DQTJPRFlnTkRjM1ZEWTRPU0ExTXpCUk5qZzVJRFUyTUNBMk9ESWdOVGM1VkRZMk15QTJNVEJVTmpJMklEWXlObFExTnpVZ05qTXpWRFV3TXlBMk16UklORGd3VVRNNU9DQTJNek1nTXpreklEWXpNVkV6T0RnZ05qSTVJRE00TmlBMk1qTlJNemcxSURZeU1pQXpOVElnTkRreVRETXlNQ0F6TmpOSU16YzFVVE0zT0NBek5qTWdNems0SURNMk0xUTBNallnTXpZMFZEUTBPQ0F6TmpkVU5EY3lJRE0zTkZRME9Ea2dNemcyVVRVd01pQXpPVGdnTlRFeElEUXhPVlExTWpRZ05EVTNWRFV5T1NBME56VlJOVE15SURRNE1DQTFORGdnTkRnd1NEVTJNRkUxTmpjZ05EYzFJRFUyTnlBME56QlJOVFkzSURRMk55QTFNellnTXpNNVZEVXdNaUF5TURkUk5UQXdJREl3TUNBME9ESWdNakF3U0RRM01GRTBOak1nTWpBMklEUTJNeUF5TVRKUk5EWXpJREl4TlNBME5qZ2dNak0wVkRRM015QXlOelJSTkRjeklETXdNeUEwTlRNZ016RXdWRE0yTkNBek1UZElNekE1VERJM055QXhPVEJSTWpRMUlEWTJJREkwTlNBMk1GRXlORFVnTkRZZ016TTBJRFEyU0RNMU9WRXpOalVnTkRBZ016WTFJRE01VkRNMk15QXhPVkV6TlRrZ05pQXpOVE1nTUVnek16WlJNamsxSURJZ01UZzFJREpSTVRJd0lESWdPRFlnTWxRME9DQXhXaUl2UGp4d1lYUm9JR2xrUFNKTlNsZ3RNaTFVUlZndFRpMDNNQ0lnWkQwaVRUTTJJQzB4TkRoSU5UQlJPRGtnTFRFME9DQTVOeUF0TVRNMFZpMHhNalpST1RjZ0xURXhPU0E1TnlBdE1UQTNWRGszSUMwM04xUTVPQ0F0TXpoVU9UZ2dObFE1T0NBMU5WUTVPQ0F4TURaUk9UZ2dNVFF3SURrNElERTNOMVE1T0NBeU5ETlVPVGdnTWprMlZEazNJRE16TlZRNU55QXpOVEZST1RRZ016Y3dJRGd6SURNM05sUXpPQ0F6T0RWSU1qQldOREE0VVRJd0lEUXpNU0F5TWlBME16Rk1NeklnTkRNeVVUUXlJRFF6TXlBMk1TQTBNelJVT1RnZ05ETTJVVEV4TlNBME16Y2dNVE0xSURRek9GUXhOalVnTkRReFZERTNOaUEwTkRKSU1UYzVWalF4Tmt3eE9EQWdNemt3VERFNE9DQXpPVGRSTWpRM0lEUTBNU0F6TWpZZ05EUXhVVFF3TnlBME5ERWdORFkwSURNM04xUTFNaklnTWpFMlVUVXlNaUF4TVRVZ05EVTNJRFV5VkRNeE1DQXRNVEZSTWpReUlDMHhNU0F4T1RBZ016Tk1NVGd5SURRd1ZpMDBOVll0TVRBeFVURTRNaUF0TVRJNElERTROQ0F0TVRNMFZERTVOU0F0TVRRMVVUSXhOaUF0TVRRNElESTBOQ0F0TVRRNFNESTJNRll0TVRrMFNESTFNa3d5TWpnZ0xURTVNMUV5TURVZ0xURTVNaUF4TnpnZ0xURTVNbFF4TkRBZ0xURTVNVkV6TnlBdE1Ua3hJREk0SUMweE9UUklNakJXTFRFME9FZ3pObHBOTkRJMElESXhPRkUwTWpRZ01qa3lJRE01TUNBek5EZFVNekExSURRd01sRXlNelFnTkRBeUlERTRNaUF6TXpkV09UaFJNakl5SURJMklESTVOQ0F5TmxFek5EVWdNallnTXpnMElEZ3dWRFF5TkNBeU1UaGFJaTgrUEhCaGRHZ2dhV1E5SWsxS1dDMHlMVlJGV0MxT0xUWkdJaUJrUFNKTk1qZ2dNakUwVVRJNElETXdPU0E1TXlBek56aFVNalV3SURRME9GRXpOREFnTkRRNElEUXdOU0F6T0RCVU5EY3hJREl4TlZFME56RWdNVEl3SURRd055QTFOVlF5TlRBZ0xURXdVVEUxTXlBdE1UQWdPVEVnTlRkVU1qZ2dNakUwV2sweU5UQWdNekJSTXpjeUlETXdJRE0zTWlBeE9UTldNakkxVmpJMU1GRXpOeklnTWpjeUlETTNNU0F5T0RoVU16WTBJRE15TmxRek5EZ2dNell5VkRNeE55QXpPVEJVTWpZNElEUXhNRkV5TmpNZ05ERXhJREkxTWlBME1URlJNakl5SURReE1TQXhPVFVnTXprNVVURTFNaUF6TnpjZ01UTTVJRE16T0ZReE1qWWdNalEyVmpJeU5sRXhNallnTVRNd0lERTBOU0E1TVZFeE56Y2dNekFnTWpVd0lETXdXaUl2UGp4d1lYUm9JR2xrUFNKTlNsZ3RNaTFVUlZndFRpMDNNeUlnWkQwaVRUSTVOU0F6TVRaUk1qazFJRE0xTmlBeU5qZ2dNemcxVkRFNU1DQTBNVFJSTVRVMElEUXhOQ0F4TWpnZ05EQXhVVGs0SURNNE1pQTVPQ0F6TkRsUk9UY2dNelEwSURrNElETXpObFF4TVRRZ016RXlWREUxTnlBeU9EZFJNVGMxSURJNE1pQXlNREVnTWpjNFZESTBOU0F5TmpsVU1qYzNJREkxTmxFeU9UUWdNalE0SURNeE1DQXlNelpVTXpReUlERTVOVlF6TlRrZ01UTXpVVE0xT1NBM01TQXpNakVnTXpGVU1UazRJQzB4TUVneE9UQlJNVE00SUMweE1DQTVOQ0F5Tmt3NE5pQXhPVXczTnlBeE1GRTNNU0EwSURZMUlDMHhURFUwSUMweE1VZzBOa2cwTWxFek9TQXRNVEVnTXpNZ0xUVldOelJXTVRNeVVUTXpJREUxTXlBek5TQXhOVGRVTkRVZ01UWXlTRFUwVVRZMklERTJNaUEzTUNBeE5UaFVOelVnTVRRMlZEZ3lJREV4T1ZReE1ERWdOemRSTVRNMklESTJJREU1T0NBeU5sRXlPVFVnTWpZZ01qazFJREV3TkZFeU9UVWdNVE16SURJM055QXhOVEZSTWpVM0lERTNOU0F4T1RRZ01UZzNWREV4TVNBeU1UQlJOelVnTWpJM0lEVTBJREkxTmxRek15QXpNVGhSTXpNZ016VTNJRFV3SURNNE5GUTVNeUEwTWpSVU1UUXpJRFEwTWxReE9EY2dORFEzU0RFNU9GRXlNemdnTkRRM0lESTJPQ0EwTXpKTU1qZ3pJRFF5TkV3eU9USWdORE14VVRNd01pQTBOREFnTXpFMElEUTBPRWd6TWpKSU16STJVVE15T1NBME5EZ2dNek0xSURRME1sWXpNVEJNTXpJNUlETXdORWd6TURGUk1qazFJRE14TUNBeU9UVWdNekUyV2lJdlBqeHdZWFJvSUdsa1BTSk5TbGd0TWkxVVJWZ3RUaTAzTkNJZ1pEMGlUVEkzSURReU1sRTRNQ0EwTWpZZ01UQTVJRFEzT0ZReE5ERWdOakF3VmpZeE5VZ3hPREZXTkRNeFNETXhObFl6T0RWSU1UZ3hWakkwTVZFeE9ESWdNVEUySURFNE1pQXhNREJVTVRnNUlEWTRVVEl3TXlBeU9TQXlNemdnTWpsUk1qZ3lJREk1SURJNU1pQXhNREJSTWpreklERXdPQ0F5T1RNZ01UUTJWakU0TVVnek16TldNVFEyVmpFek5GRXpNek1nTlRjZ01qa3hJREUzVVRJMk5DQXRNVEFnTWpJeElDMHhNRkV4T0RjZ0xURXdJREUyTWlBeVZERXlOQ0F6TTFReE1EVWdOamhVT1RnZ01UQXdVVGszSURFd055QTVOeUF5TkRoV016ZzFTREU0VmpReU1rZ3lOMW9pTHo0OGNHRjBhQ0JwWkQwaVRVcFlMVEl0VkVWWUxVNHRNMEVpSUdROUlrMDNPQ0F6TnpCUk56Z2dNemswSURrMUlEUXhNbFF4TXpnZ05ETXdVVEUyTWlBME16QWdNVGd3SURReE5GUXhPVGtnTXpjeFVURTVPU0F6TkRZZ01UZ3lJRE15T0ZReE16a2dNekV3VkRrMklETXlOMVEzT0NBek56QmFUVGM0SURZd1VUYzRJRGcwSURrMUlERXdNbFF4TXpnZ01USXdVVEUyTWlBeE1qQWdNVGd3SURFd05GUXhPVGtnTmpGUk1UazVJRE0ySURFNE1pQXhPRlF4TXprZ01GUTVOaUF4TjFRM09DQTJNRm9pTHo0OGNHRjBhQ0JwWkQwaVRVcFlMVEl0VkVWWUxVUXRNakV4UkNJZ1pEMGlUVEUzSURZMk5WRXhOeUEyTnpJZ01qZ2dOamd6U0RJeU1WRTBNVFVnTmpneElEUXpPU0EyTnpkUk5EWXhJRFkzTXlBME9ERWdOalkzVkRVeE5pQTJOVFJVTlRRMElEWXpPVlExTmpZZ05qSXpWRFU0TkNBMk1EZFVOVGszSURVNU1sUTJNRGNnTlRjNFZEWXhOQ0ExTmpWVU5qRTRJRFUxTkV3Mk1qRWdOVFE0VVRZeU5pQTFNekFnTmpJMklEUTVOMUUyTWpZZ05EUTNJRFl4TXlBME1UbFJOVGM0SURNME9DQTBOek1nTXpJMlREUTFOU0F6TWpGUk5EWXlJRE14TUNBME56TWdNamt5VkRVeE55QXlNalpVTlRjNElERTBNVlEyTXpjZ056SlVOamcySURNMVVUY3dOU0F6TUNBM01EVWdNVFpSTnpBMUlEY2dOamt6SUMweFNEVXhNRkUxTURNZ05pQTBNRFFnTVRVNVRETXdOaUF6TVRCSU1qWTRWakU0TTFFeU56QWdOamNnTWpjeElEVTVVVEkzTkNBME1pQXlPVEVnTXpoUk1qazFJRE0zSURNeE9TQXpOVkV6TkRRZ016VWdNelV6SURJNFVUTTJNaUF4TnlBek5UTWdNMHd6TkRZZ0xURklNamhSTVRZZ05TQXhOaUF4TmxFeE5pQXpOU0ExTlNBek5WRTVOaUF6T0NBeE1ERWdOVEpSTVRBMklEWXdJREV3TmlBek5ERlVNVEF4SURZek1sRTVOU0EyTkRVZ05UVWdOalE0VVRFM0lEWTBPQ0F4TnlBMk5qVmFUVEkwTVNBek5WRXlNemdnTkRJZ01qTTNJRFExVkRJek5TQTNPRlF5TXpNZ01UWXpWREl6TXlBek16ZFdOakl4VERJek55QTJNelZNTWpRMElEWTBPRWd4TXpOUk1UTTJJRFkwTVNBeE16Y2dOak00VkRFek9TQTJNRE5VTVRReElEVXhOMVF4TkRFZ016UXhVVEUwTVNBeE16RWdNVFF3SURnNVZERXpOQ0F6TjFFeE16TWdNellnTVRNeklETTFTREkwTVZwTk5EVTNJRFE1TmxFME5UY2dOVFF3SURRME9TQTFOekJVTkRJMUlEWXhOVlEwTURBZ05qTTBWRE0zTnlBMk5ETlJNemMwSURZME15QXpNemtnTmpRNFVUTXdNQ0EyTkRnZ01qZ3hJRFl6TlZFeU56RWdOakk0SURJM01DQTJNVEJVTWpZNElEUTRNVll6TkRaSU1qZzBVVE15TnlBek5EWWdNemMxSURNMU1sRTBNakVnTXpZMElEUXpPU0F6T1RKVU5EVTNJRFE1TmxwTk5Ea3lJRFV6TjFRME9USWdORGsyVkRRNE9DQTBNamRVTkRjNElETTRPVlEwTmprZ016Y3hWRFEyTkNBek5qRlJORFkwSURNMk1DQTBOalVnTXpZd1VUUTJPU0F6TmpBZ05EazNJRE0zTUZFMU9UTWdOREF3SURVNU15QTBPVFZSTlRreklEVTVNaUEwTnpjZ05qTXdURFExTnlBMk16ZE1ORFl4SURZeU5sRTBOelFnTmpFeElEUTRPQ0ExTmpGUk5Ea3lJRFV6TnlBME9USWdORGsyV2swME5qUWdNalF6VVRReE1TQXpNVGNnTkRFd0lETXhOMUUwTURRZ016RTNJRFF3TVNBek1UVlJNemcwSURNeE5TQXpOekFnTXpFeVNETTBOa3cxTWpZZ016VklOakU1VERZd05pQTFNRkUxTlRNZ01UQTVJRFEyTkNBeU5ETmFJaTgrUEhCaGRHZ2dhV1E5SWsxS1dDMHlMVlJGV0MxT0xUTXlJaUJrUFNKTk1UQTVJRFF5T1ZFNE1pQTBNamtnTmpZZ05EUTNWRFV3SURRNU1WRTFNQ0ExTmpJZ01UQXpJRFl4TkZReU16VWdOalkyVVRNeU5pQTJOallnTXpnM0lEWXhNRlEwTkRrZ05EWTFVVFEwT1NBME1qSWdOREk1SURNNE0xUXpPREVnTXpFMVZETXdNU0F5TkRGUk1qWTFJREl4TUNBeU1ERWdNVFE1VERFME1pQTVNMHd5TVRnZ09USlJNemMxSURreUlETTROU0E1TjFFek9USWdPVGtnTkRBNUlERTRObFl4T0RsSU5EUTVWakU0TmxFME5EZ2dNVGd6SURRek5pQTVOVlEwTWpFZ00xWXdTRFV3VmpFNVZqTXhVVFV3SURNNElEVTJJRFEyVkRnMklEZ3hVVEV4TlNBeE1UTWdNVE0ySURFek4xRXhORFVnTVRRM0lERTNNQ0F4TnpSVU1qQTBJREl4TVZReU16TWdNalEwVkRJMk1TQXlOemhVTWpnMElETXdPRlF6TURVZ016UXdWRE15TUNBek5qbFVNek16SURRd01WUXpOREFnTkRNeFZETTBNeUEwTmpSUk16UXpJRFV5TnlBek1Ea2dOVGN6VkRJeE1pQTJNVGxSTVRjNUlEWXhPU0F4TlRRZ05qQXlWREV4T1NBMU5qbFVNVEE1SURVMU1GRXhNRGtnTlRRNUlERXhOQ0ExTkRsUk1UTXlJRFUwT1NBeE5URWdOVE0xVkRFM01DQTBPRGxSTVRjd0lEUTJOQ0F4TlRRZ05EUTNWREV3T1NBME1qbGFJaTgrUEhCaGRHZ2dhV1E5SWsxS1dDMHlMVlJGV0MxT0xVUTNJaUJrUFNKTk5qTXdJREk1VVRZek1DQTVJRFl3T1NBNVVUWXdOQ0E1SURVNE55QXlOVlEwT1RNZ01URTRURE00T1NBeU1qSk1NamcwSURFeE4xRXhOemdnTVRNZ01UYzFJREV4VVRFM01TQTVJREUyT0NBNVVURTJNQ0E1SURFMU5DQXhOVlF4TkRjZ01qbFJNVFEzSURNMklERTJNU0ExTVZReU5UVWdNVFEyVERNMU9TQXlOVEJNTWpVMUlETTFORkV4TnpRZ05ETTFJREUyTVNBME5EbFVNVFEzSURRM01WRXhORGNnTkRnd0lERTFNeUEwT0RWVU1UWTRJRFE1TUZFeE56TWdORGt3SURFM05TQTBPRGxSTVRjNElEUTROeUF5T0RRZ016Z3pURE00T1NBeU56aE1ORGt6SURNNE1sRTFOekFnTkRVNUlEVTROeUEwTnpWVU5qQTVJRFE1TVZFMk16QWdORGt4SURZek1DQTBOekZSTmpNd0lEUTJOQ0EyTWpBZ05EVXpWRFV5TWlBek5UVk1OREU0SURJMU1FdzFNaklnTVRRMVVUWXdOaUEyTVNBMk1UZ2dORGhVTmpNd0lESTVXaUl2UGp4d1lYUm9JR2xrUFNKTlNsZ3RNaTFVUlZndFRpMHlNVGt5SWlCa1BTSk5OVFlnTWpNM1ZEVTJJREkxTUZRM01DQXlOekJJT0RNMVVUY3hPU0F6TlRjZ05qa3lJRFE1TTFFMk9USWdORGswSURZNU1pQTBPVFpVTmpreElEUTVPVkUyT1RFZ05URXhJRGN3T0NBMU1URklOekV4VVRjeU1DQTFNVEVnTnpJeklEVXhNRlEzTWprZ05UQTJWRGN6TWlBME9UZFVOek0xSURRNE1WUTNORE1nTkRVMlVUYzJOU0F6T0RrZ09ERTJJRE16TmxRNU16VWdNall4VVRrME5DQXlOVGdnT1RRMElESTFNRkU1TkRRZ01qUTBJRGt6T1NBeU5ERlVPVEUxSURJek1WUTROemNnTWpFeVVUZ3pOaUF4T0RZZ09EQTJJREUxTWxRM05qRWdPRFZVTnpRd0lETTFWRGN6TWlBMFVUY3pNQ0F0TmlBM01qY2dMVGhVTnpFeElDMHhNVkUyT1RFZ0xURXhJRFk1TVNBd1VUWTVNU0EzSURZNU5pQXlOVkUzTWpnZ01UVXhJRGd6TlNBeU16QklOekJSTlRZZ01qTTNJRFUySURJMU1Gb2lMejQ4TDJSbFpuTStQR2NnYzNSeWIydGxQU0pqZFhKeVpXNTBRMjlzYjNJaUlHWnBiR3c5SW1OMWNuSmxiblJEYjJ4dmNpSWdjM1J5YjJ0bExYZHBaSFJvUFNJd0lpQjBjbUZ1YzJadmNtMDlJbk5qWVd4bEtERXNMVEVwSWo0OFp5QmtZWFJoTFcxdGJDMXViMlJsUFNKdFlYUm9JajQ4WnlCa1lYUmhMVzF0YkMxdWIyUmxQU0p0YzNWaUlqNDhaeUJrWVhSaExXMXRiQzF1YjJSbFBTSnRhU0krUEhWelpTQmtZWFJoTFdNOUlqRkVORE01SWlCNGJHbHVhenBvY21WbVBTSWpUVXBZTFRJdFZFVllMVWt0TVVRME16a2lMejQ4TDJjK1BHY2daR0YwWVMxdGJXd3RibTlrWlQwaVZHVllRWFJ2YlNJZ2RISmhibk5tYjNKdFBTSjBjbUZ1YzJ4aGRHVW9OamMyTEMweE5UQXBJSE5qWVd4bEtEQXVOekEzS1NJZ1pHRjBZUzF0YW5ndGRHVjRZMnhoYzNNOUlrOVNSQ0krUEdjZ1pHRjBZUzF0Yld3dGJtOWtaVDBpYlhSbGVIUWlQangxYzJVZ1pHRjBZUzFqUFNJM01DSWdlR3hwYm1zNmFISmxaajBpSTAxS1dDMHlMVlJGV0MxT0xUY3dJaTgrUEhWelpTQmtZWFJoTFdNOUlqWkdJaUI0YkdsdWF6cG9jbVZtUFNJalRVcFlMVEl0VkVWWUxVNHROa1lpSUhSeVlXNXpabTl5YlQwaWRISmhibk5zWVhSbEtEVTFOaXd3S1NJdlBqeDFjMlVnWkdGMFlTMWpQU0kzTXlJZ2VHeHBibXM2YUhKbFpqMGlJMDFLV0MweUxWUkZXQzFPTFRjeklpQjBjbUZ1YzJadmNtMDlJblJ5WVc1emJHRjBaU2d4TURVMkxEQXBJaTgrUEhWelpTQmtZWFJoTFdNOUlqYzBJaUI0YkdsdWF6cG9jbVZtUFNJalRVcFlMVEl0VkVWWUxVNHROelFpSUhSeVlXNXpabTl5YlQwaWRISmhibk5zWVhSbEtERTBOVEFzTUNraUx6NDhMMmMrUEM5blBqd3ZaejQ4WnlCa1lYUmhMVzF0YkMxdWIyUmxQU0p0YnlJZ2RISmhibk5tYjNKdFBTSjBjbUZ1YzJ4aGRHVW9Nak13TkM0eExEQXBJajQ4ZFhObElHUmhkR0V0WXowaU0wRWlJSGhzYVc1ck9taHlaV1k5SWlOTlNsZ3RNaTFVUlZndFRpMHpRU0l2UGp3dlp6NDhaeUJrWVhSaExXMXRiQzF1YjJSbFBTSnRjM1Z3SWlCMGNtRnVjMlp2Y20wOUluUnlZVzV6YkdGMFpTZ3lPRFU1TGprc01Da2lQanhuSUdSaGRHRXRiVzFzTFc1dlpHVTlJbFJsV0VGMGIyMGlJR1JoZEdFdGJXcDRMWFJsZUdOc1lYTnpQU0pQVWtRaVBqeG5JR1JoZEdFdGJXMXNMVzV2WkdVOUltMXBJajQ4ZFhObElHUmhkR0V0WXowaU1qRXhSQ0lnZUd4cGJtczZhSEpsWmowaUkwMUtXQzB5TFZSRldDMUVMVEl4TVVRaUx6NDhMMmMrUEM5blBqeG5JR1JoZEdFdGJXMXNMVzV2WkdVOUltMXVJaUIwY21GdWMyWnZjbTA5SW5SeVlXNXpiR0YwWlNnM05UVXNOREV6S1NCelkyRnNaU2d3TGpjd055a2lQangxYzJVZ1pHRjBZUzFqUFNJek1pSWdlR3hwYm1zNmFISmxaajBpSTAxS1dDMHlMVlJGV0MxT0xUTXlJaTgrUEM5blBqd3ZaejQ4WnlCa1lYUmhMVzF0YkMxdWIyUmxQU0p0YnlJZ2RISmhibk5tYjNKdFBTSjBjbUZ1YzJ4aGRHVW9OREkwTUM0M0xEQXBJajQ4ZFhObElHUmhkR0V0WXowaVJEY2lJSGhzYVc1ck9taHlaV1k5SWlOTlNsZ3RNaTFVUlZndFRpMUVOeUl2UGp3dlp6NDhaeUJrWVhSaExXMXRiQzF1YjJSbFBTSlVaVmhCZEc5dElpQmtZWFJoTFcxcWVDMTBaWGhqYkdGemN6MGlUMUpFSWlCMGNtRnVjMlp2Y20wOUluUnlZVzV6YkdGMFpTZzFNalF3TGprc01Da2lQanhuSUdSaGRHRXRiVzFzTFc1dlpHVTlJbTFwSWo0OGRYTmxJR1JoZEdFdFl6MGlNakV4UkNJZ2VHeHBibXM2YUhKbFpqMGlJMDFLV0MweUxWUkZXQzFFTFRJeE1VUWlMejQ4TDJjK1BDOW5QanhuSUdSaGRHRXRiVzFzTFc1dlpHVTlJbTF2SWlCMGNtRnVjMlp2Y20wOUluUnlZVzV6YkdGMFpTZzJNalF3TGpjc01Da2lQangxYzJVZ1pHRjBZUzFqUFNJeU1Ua3lJaUI0YkdsdWF6cG9jbVZtUFNJalRVcFlMVEl0VkVWWUxVNHRNakU1TWlJdlBqd3ZaejQ4WnlCa1lYUmhMVzF0YkMxdWIyUmxQU0p0YzNWd0lpQjBjbUZ1YzJadmNtMDlJblJ5WVc1emJHRjBaU2czTlRFNExqVXNNQ2tpUGp4bklHUmhkR0V0Ylcxc0xXNXZaR1U5SWxSbFdFRjBiMjBpSUdSaGRHRXRiV3A0TFhSbGVHTnNZWE56UFNKUFVrUWlQanhuSUdSaGRHRXRiVzFzTFc1dlpHVTlJbTFwSWo0OGRYTmxJR1JoZEdFdFl6MGlNakV4UkNJZ2VHeHBibXM2YUhKbFpqMGlJMDFLV0MweUxWUkZXQzFFTFRJeE1VUWlMejQ4TDJjK1BDOW5QanhuSUdSaGRHRXRiVzFzTFc1dlpHVTlJbTF1SWlCMGNtRnVjMlp2Y20wOUluUnlZVzV6YkdGMFpTZzNOVFVzTkRFektTQnpZMkZzWlNnd0xqY3dOeWtpUGp4MWMyVWdaR0YwWVMxalBTSXpNaUlnZUd4cGJtczZhSEpsWmowaUkwMUtXQzB5TFZSRldDMU9MVE15SWk4K1BDOW5Qand2Wno0OFp5QmtZWFJoTFcxdGJDMXViMlJsUFNKdGJ5SWdkSEpoYm5ObWIzSnRQU0owY21GdWMyeGhkR1VvT0RnNU9TNHpMREFwSWo0OGRYTmxJR1JoZEdFdFl6MGlSRGNpSUhoc2FXNXJPbWh5WldZOUlpTk5TbGd0TWkxVVJWZ3RUaTFFTnlJdlBqd3ZaejQ4WnlCa1lYUmhMVzF0YkMxdWIyUmxQU0pVWlZoQmRHOXRJaUJrWVhSaExXMXFlQzEwWlhoamJHRnpjejBpVDFKRUlpQjBjbUZ1YzJadmNtMDlJblJ5WVc1emJHRjBaU2c1T0RrNUxqVXNNQ2tpUGp4bklHUmhkR0V0Ylcxc0xXNXZaR1U5SW0xcElqNDhkWE5sSUdSaGRHRXRZejBpTWpFeFJDSWdlR3hwYm1zNmFISmxaajBpSTAxS1dDMHlMVlJGV0MxRUxUSXhNVVFpTHo0OEwyYytQQzluUGp3dlp6NDhMMmMrUEM5emRtYysiLAoJIlJlYWxWaWV3U2l6ZUpzb24iIDogIntcImhlaWdodFwiOjQxMyxcIndpZHRoXCI6Mzc1MH0iCn0K"/>
    </extobj>
    <extobj name="2384804F-3998-4D57-9195-F3826E402611-12">
      <extobjdata type="2384804F-3998-4D57-9195-F3826E402611" data="ewoJIkltZ1NldHRpbmdKc29uIiA6ICJ7XCJoZWlnaHRcIjoxOC43NDk5OTk5OTk5OTk5OTYsXCJ3aWR0aFwiOjMzOC4zOTI4NTcxNDI4NTcxfSIsCgkiTGF0ZXgiIDogIkZfe1xcdGV4dHtoeWJyaWR9fShJKSA9IFxcYWxwaGEgXFxjZG90IEZfe1xcdGV4dHtNaURhU319KEkpICsgKDEgLSBcXGFscGhhKSBcXGNkb3QgRl97XFx0ZXh0e1NGU319KEkpIiwKCSJMYXRleEltZ0Jhc2U2NCIgOiAiUEhOMlp5QjRiV3h1Y3owaWFIUjBjRG92TDNkM2R5NTNNeTV2Y21jdk1qQXdNQzl6ZG1jaUlIZHBaSFJvUFNJME15NDBOalpsZUNJZ2FHVnBaMmgwUFNJeUxqTTJNMlY0SWlCeWIyeGxQU0pwYldjaUlHWnZZM1Z6WVdKc1pUMGlabUZzYzJVaUlIWnBaWGRDYjNnOUlqQWdMVGMxTUNBeE9USXhNUzQ1SURFd05EUXVNaUlnZUcxc2JuTTZlR3hwYm1zOUltaDBkSEE2THk5M2QzY3Vkek11YjNKbkx6RTVPVGt2ZUd4cGJtc2lJR0Z5YVdFdGFHbGtaR1Z1UFNKMGNuVmxJaUJ6ZEhsc1pUMGlkbVZ5ZEdsallXd3RZV3hwWjI0NklDMHdMalkyTm1WNE95QnRZWGd0ZDJsa2RHZzZJRGs0SlRzaVBqeGtaV1p6UGp4d1lYUm9JR2xrUFNKTlNsZ3RNVEl0VkVWWUxVa3RNVVEwTXpraUlHUTlJazAwT0NBeFVUTXhJREVnTXpFZ01URlJNekVnTVRNZ016UWdNalZSTXpnZ05ERWdORElnTkROVU5qVWdORFpST1RJZ05EWWdNVEkxSURRNVVURXpPU0ExTWlBeE5EUWdOakZSTVRRMklEWTJJREl4TlNBek5ESlVNamcxSURZeU1sRXlPRFVnTmpJNUlESTRNU0EyTWpsUk1qY3pJRFl6TWlBeU1qZ2dOak0wU0RFNU4xRXhPVEVnTmpRd0lERTVNU0EyTkRKVU1Ua3pJRFkxT1ZFeE9UY2dOamMySURJd015QTJPREJJTnpReVVUYzBPU0EyTnpZZ056UTVJRFkyT1ZFM05Ea2dOalkwSURjek5pQTFOVGRVTnpJeUlEUTBOMUUzTWpBZ05EUXdJRGN3TWlBME5EQklOamt3VVRZNE15QTBORFVnTmpneklEUTFNMUUyT0RNZ05EVTBJRFk0TmlBME56ZFVOamc1SURVek1GRTJPRGtnTlRZd0lEWTRNaUExTnpsVU5qWXpJRFl4TUZRMk1qWWdOakkyVkRVM05TQTJNek5VTlRBeklEWXpORWcwT0RCUk16azRJRFl6TXlBek9UTWdOak14VVRNNE9DQTJNamtnTXpnMklEWXlNMUV6T0RVZ05qSXlJRE0xTWlBME9USk1Nekl3SURNMk0wZ3pOelZSTXpjNElETTJNeUF6T1RnZ016WXpWRFF5TmlBek5qUlVORFE0SURNMk4xUTBOeklnTXpjMFZEUTRPU0F6T0RaUk5UQXlJRE01T0NBMU1URWdOREU1VkRVeU5DQTBOVGRVTlRJNUlEUTNOVkUxTXpJZ05EZ3dJRFUwT0NBME9EQklOVFl3VVRVMk55QTBOelVnTlRZM0lEUTNNRkUxTmpjZ05EWTNJRFV6TmlBek16bFVOVEF5SURJd04xRTFNREFnTWpBd0lEUTRNaUF5TURCSU5EY3dVVFEyTXlBeU1EWWdORFl6SURJeE1sRTBOak1nTWpFMUlEUTJPQ0F5TXpSVU5EY3pJREkzTkZFME56TWdNekF6SURRMU15QXpNVEJVTXpZMElETXhOMGd6TURsTU1qYzNJREU1TUZFeU5EVWdOallnTWpRMUlEWXdVVEkwTlNBME5pQXpNelFnTkRaSU16VTVVVE0yTlNBME1DQXpOalVnTXpsVU16WXpJREU1VVRNMU9TQTJJRE0xTXlBd1NETXpObEV5T1RVZ01pQXhPRFVnTWxFeE1qQWdNaUE0TmlBeVZEUTRJREZhSWk4K1BIQmhkR2dnYVdROUlrMUtXQzB4TWkxVVJWZ3RUaTAyT0NJZ1pEMGlUVFF4SURRMlNEVTFVVGswSURRMklERXdNaUEyTUZZMk9GRXhNRElnTnpjZ01UQXlJRGt4VkRFd01pQXhNalJVTVRBeUlERTJOMVF4TURNZ01qRTNWREV3TXlBeU56SlVNVEF6SURNeU9WRXhNRE1nTXpZMklERXdNeUEwTURkVU1UQXpJRFE0TWxReE1ESWdOVFF5VkRFd01pQTFPRFpVTVRBeUlEWXdNMUU1T1NBMk1qSWdPRGdnTmpJNFZEUXpJRFl6TjBneU5WWTJOakJSTWpVZ05qZ3pJREkzSURZNE0wd3pOeUEyT0RSUk5EY2dOamcxSURZMklEWTRObFF4TURNZ05qZzRVVEV5TUNBMk9Ea2dNVFF3SURZNU1GUXhOekFnTmprelZERTRNU0EyT1RSSU1UZzBWak0yTjFFeU5EUWdORFF5SURNeU9DQTBOREpSTkRVeElEUTBNaUEwTmpNZ016STVVVFEyTkNBek1qSWdORFkwSURFNU1GWXhNRFJSTkRZMElEWTJJRFEyTmlBMU9WUTBOemNnTkRsUk5EazRJRFEySURVeU5pQTBOa2cxTkRKV01FZzFNelJNTlRFd0lERlJORGczSURJZ05EWXdJREpVTkRJeUlETlJNekU1SURNZ016RXdJREJJTXpBeVZqUTJTRE14T0ZFek56a2dORFlnTXpjNUlEWXlVVE00TUNBMk5DQXpPREFnTWpBd1VUTTNPU0F6TXpVZ016YzRJRE0wTTFFek56SWdNemN4SURNMU9DQXpPRFZVTXpNMElEUXdNbFF6TURnZ05EQTBVVEkyTXlBME1EUWdNakk1SURNM01GRXlNRElnTXpReklERTVOU0F6TVRWVU1UZzNJREl6TWxZeE5qaFdNVEE0VVRFNE55QTNPQ0F4T0RnZ05qaFVNVGt4SURVMVZESXdNQ0EwT1ZFeU1qRWdORFlnTWpRNUlEUTJTREkyTlZZd1NESTFOMHd5TXpRZ01WRXlNVEFnTWlBeE9ETWdNbFF4TkRVZ00xRTBNaUF6SURNeklEQklNalZXTkRaSU5ERmFJaTgrUEhCaGRHZ2dhV1E5SWsxS1dDMHhNaTFVUlZndFRpMDNPU0lnWkQwaVRUWTVJQzAyTmxFNU1TQXROallnTVRBMElDMDRNRlF4TVRnZ0xURXhObEV4TVRnZ0xURXpOQ0F4TURrZ0xURTBOVlE1TVNBdE1UWXdVVGcwSUMweE5qTWdPVGNnTFRFMk5sRXhNRFFnTFRFMk9DQXhNVEVnTFRFMk9GRXhNekVnTFRFMk9DQXhORGdnTFRFMU9WUXhOelVnTFRFek9GUXhPVGNnTFRFd05sUXlNVE1nTFRjMVZESXlOU0F0TkROTU1qUXlJREJNTVRjd0lERTRNMUV4TlRBZ01qTXpJREV5TlNBeU9UZFJNVEF4SURNMU9DQTVOaUF6TmpoVU9EQWdNemd4VVRjNUlETTRNaUEzT0NBek9ESlJOallnTXpnMUlETTBJRE00TlVneE9WWTBNekZJTWpaTU5EWWdORE13VVRZMUlEUXpNQ0E0T0NBME1qbFVNVEl5SURReU9GRXhNamtnTkRJNElERTBNaUEwTWpoVU1UY3hJRFF5T1ZReU1EQWdORE13VkRJeU5DQTBNekJNTWpNeklEUXpNVWd5TkRGV016ZzFTREl6TWxFeE9ETWdNemcxSURFNE5TQXpOalpNTWpnMklERXhNbEV5T0RZZ01URXpJRE16TWlBeU1qZE1NemMySURNME1WWXpOVEJSTXpjMklETTJOU0F6TmpZZ016Y3pWRE0wT0NBek9ETlVNek0wSURNNE5VZ3pNekZXTkRNeFNETXpOMGd6TkRSUk16VXhJRFF6TVNBek5qRWdORE14VkRNNE1pQTBNekJVTkRBMUlEUXlPVlEwTWpJZ05ESTVVVFEzTnlBME1qa2dOVEF6SURRek1VZzFNRGhXTXpnMVNEUTVOMUUwTkRFZ016Z3dJRFF5TWlBek5EVlJOREl3SURNME15QXpOemdnTWpNMVZESTRPU0E1VkRJeU55QXRNVE14VVRFNE1DQXRNakEwSURFeE15QXRNakEwVVRZNUlDMHlNRFFnTkRRZ0xURTNOMVF4T1NBdE1URTJVVEU1SUMwNE9TQXpOU0F0TnpoVU5qa2dMVFkyV2lJdlBqeHdZWFJvSUdsa1BTSk5TbGd0TVRJdFZFVllMVTR0TmpJaUlHUTlJazB6TURjZ0xURXhVVEl6TkNBdE1URWdNVFk0SURVMVRERTFPQ0F6TjFFeE5UWWdNelFnTVRVeklESTRWREUwTnlBeE4xUXhORE1nTVRCTU1UTTRJREZNTVRFNElEQklPVGhXTWprNFVUazRJRFU1T1NBNU55QTJNRE5ST1RRZ05qSXlJRGd6SURZeU9GUXpPQ0EyTXpkSU1qQldOall3VVRJd0lEWTRNeUF5TWlBMk9ETk1NeklnTmpnMFVUUXlJRFk0TlNBMk1TQTJPRFpVT1RnZ05qZzRVVEV4TlNBMk9Ea2dNVE0xSURZNU1GUXhOalVnTmprelZERTNOaUEyT1RSSU1UYzVWalUwTTFFeE56a2dNemt4SURFNE1DQXpPVEZNTVRneklETTVORkV4T0RZZ016azNJREU1TWlBME1ERlVNakEzSURReE1WUXlNamdnTkRJeFZESTFOQ0EwTXpGVU1qZzJJRFF6T1ZRek1qTWdORFF5VVRRd01TQTBORElnTkRZeElETTNPVlExTWpJZ01qRTJVVFV5TWlBeE1UVWdORFU0SURVeVZETXdOeUF0TVRGYVRURTRNaUE1T0ZFeE9ESWdPVGNnTVRnM0lEa3dWREU1TmlBM09WUXlNRFlnTmpkVU1qRTRJRFUxVkRJek15QTBORlF5TlRBZ016VlVNamN4SURJNVZESTVOU0F5TmxFek16QWdNallnTXpZeklEUTJWRFF4TWlBeE1UTlJOREkwSURFME9DQTBNalFnTWpFeVVUUXlOQ0F5T0RjZ05ERXlJRE15TTFFek9EVWdOREExSURNd01DQTBNRFZSTWpjd0lEUXdOU0F5TXprZ016a3dWREU0T0NBek5EZE1NVGd5SURNek9WWTVPRm9pTHo0OGNHRjBhQ0JwWkQwaVRVcFlMVEV5TFZSRldDMU9MVGN5SWlCa1BTSk5NellnTkRaSU5UQlJPRGtnTkRZZ09UY2dOakJXTmpoUk9UY2dOemNnT1RjZ09URlVPVGdnTVRJeVZEazRJREUyTVZRNU9DQXlNRE5ST1RnZ01qTTBJRGs0SURJMk9WUTVPQ0F6TWpoTU9UY2dNelV4VVRrMElETTNNQ0E0TXlBek56WlVNemdnTXpnMVNESXdWalF3T0ZFeU1DQTBNekVnTWpJZ05ETXhURE15SURRek1sRTBNaUEwTXpNZ05qQWdORE0wVkRrMklEUXpObEV4TVRJZ05ETTNJREV6TVNBME16aFVNVFl3SURRME1WUXhOekVnTkRReVNERTNORll6TnpOUk1qRXpJRFEwTVNBeU56RWdORFF4U0RJM04xRXpNaklnTkRReElETTBNeUEwTVRsVU16WTBJRE0zTTFFek5qUWdNelV5SURNMU1TQXpNemRVTXpFeklETXlNbEV5T0RnZ016SXlJREkzTmlBek16aFVNall6SURNM01sRXlOak1nTXpneElESTJOU0F6T0RoVU1qY3dJRFF3TUZReU56TWdOREExVVRJM01TQTBNRGNnTWpVd0lEUXdNVkV5TXpRZ016a3pJREl5TmlBek9EWlJNVGM1SURNME1TQXhOemtnTWpBM1ZqRTFORkV4TnprZ01UUXhJREUzT1NBeE1qZFVNVGM1SURFd01WUXhPREFnT0RGVU1UZ3dJRFkyVmpZeFVURTRNU0ExT1NBeE9ETWdOVGRVTVRnNElEVTBWREU1TXlBMU1WUXlNREFnTkRsVU1qQTNJRFE0VkRJeE5pQTBOMVF5TWpVZ05EZFVNak0xSURRMlZESTBOU0EwTmtneU56WldNRWd5TmpkUk1qUTVJRE1nTVRRd0lETlJNemNnTXlBeU9DQXdTREl3VmpRMlNETTJXaUl2UGp4d1lYUm9JR2xrUFNKTlNsZ3RNVEl0VkVWWUxVNHROamtpSUdROUlrMDJPU0EyTURsUk5qa2dOak0zSURnM0lEWTFNMVF4TXpFZ05qWTVVVEUxTkNBMk5qY2dNVGN4SURZMU1sUXhPRGdnTmpBNVVURTRPQ0ExTnprZ01UY3hJRFUyTkZReE1qa2dOVFE1VVRFd05DQTFORGtnT0RjZ05UWTBWRFk1SURZd09WcE5NalEzSURCUk1qTXlJRE1nTVRReklETlJNVE15SURNZ01UQTJJRE5VTlRZZ01Vd3pOQ0F3U0RJMlZqUTJTRFF5VVRjd0lEUTJJRGt4SURRNVVURXdNQ0ExTXlBeE1ESWdOakJVTVRBMElERXdNbFl5TURWV01qa3pVVEV3TkNBek5EVWdNVEF5SURNMU9WUTRPQ0F6TnpoUk56UWdNemcxSURReElETTROVWd6TUZZME1EaFJNekFnTkRNeElETXlJRFF6TVV3ME1pQTBNekpSTlRJZ05ETXpJRGN3SURRek5GUXhNRFlnTkRNMlVURXlNeUEwTXpjZ01UUXlJRFF6T0ZReE56RWdORFF4VkRFNE1pQTBOREpJTVRnMVZqWXlVVEU1TUNBMU1pQXhPVGNnTlRCVU1qTXlJRFEyU0RJMU5WWXdTREkwTjFvaUx6NDhjR0YwYUNCcFpEMGlUVXBZTFRFeUxWUkZXQzFPTFRZMElpQmtQU0pOTXpjMklEUTVOVkV6TnpZZ05URXhJRE0zTmlBMU16VlVNemMzSURVMk9GRXpOemNnTmpFeklETTJOeUEyTWpSVU16RTJJRFl6TjBneU9UaFdOall3VVRJNU9DQTJPRE1nTXpBd0lEWTRNMHd6TVRBZ05qZzBVVE15TUNBMk9EVWdNek01SURZNE5sUXpOellnTmpnNFVUTTVNeUEyT0RrZ05ERXpJRFk1TUZRME5ETWdOamt6VkRRMU5DQTJPVFJJTkRVM1ZqTTVNRkUwTlRjZ09EUWdORFU0SURneFVUUTJNU0EyTVNBME56SWdOVFZVTlRFM0lEUTJTRFV6TlZZd1VUVXpNeUF3SURRMU9TQXROVlF6T0RBZ0xURXhTRE0zTTFZME5Fd3pOalVnTXpkUk16QTNJQzB4TVNBeU16VWdMVEV4VVRFMU9DQXRNVEVnT1RZZ05UQlVNelFnTWpFMVVUTTBJRE14TlNBNU55QXpOemhVTWpRMElEUTBNbEV6TVRrZ05EUXlJRE0zTmlBek9UTldORGsxV2swek56TWdNelF5VVRNeU9DQTBNRFVnTWpZd0lEUXdOVkV5TVRFZ05EQTFJREUzTXlBek5qbFJNVFEySURNME1TQXhNemtnTXpBMVZERXpNU0F5TVRGUk1UTXhJREUxTlNBeE16Z2dNVEl3VkRFM015QTFPVkV5TURNZ01qWWdNalV4SURJMlVUTXlNaUF5TmlBek56TWdNVEF6VmpNME1sb2lMejQ4Y0dGMGFDQnBaRDBpVFVwWUxURXl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E1pMVVSVmd0U1MweFJEUXpReUlnWkQwaVRUUXpJREZSTWpZZ01TQXlOaUF4TUZFeU5pQXhNaUF5T1NBeU5GRXpOQ0EwTXlBek9TQTBOVkUwTWlBME5pQTFOQ0EwTmtnMk1GRXhNakFnTkRZZ01UTTJJRFV6VVRFek55QTFNeUF4TXpnZ05UUlJNVFF6SURVMklERTBPU0EzTjFReE9UZ2dNamN6VVRJeE1DQXpNVGdnTWpFMklETTBORkV5T0RZZ05qSTBJREk0TmlBMk1qWlJNamcwSURZek1DQXlPRFFnTmpNeFVUSTNOQ0EyTXpjZ01qRXpJRFl6TjBneE9UTlJNVGcwSURZME15QXhPRGtnTmpZeVVURTVNeUEyTnpjZ01UazFJRFk0TUZReU1Ea2dOamd6U0RJeE0xRXlPRFVnTmpneElETTFPU0EyT0RGUk5EZ3hJRFk0TVNBME9EY2dOamd6U0RRNU4xRTFNRFFnTmpjMklEVXdOQ0EyTnpKVU5UQXhJRFkxTlZRME9UUWdOak01VVRRNU1TQTJNemNnTkRjeElEWXpOMUUwTkRBZ05qTTNJRFF3TnlBMk16UlJNemt6SURZek1TQXpPRGdnTmpJelVUTTRNU0EyTURrZ016TTNJRFF6TWxFek1qWWdNemcxSURNeE5TQXpOREZSTWpRMUlEWTFJREkwTlNBMU9WRXlORFVnTlRJZ01qVTFJRFV3VkRNd055QTBOa2d6TXpsUk16UTFJRE00SURNME5TQXpOMVF6TkRJZ01UbFJNek00SURZZ016TXlJREJJTXpFMlVUSTNPU0F5SURFM09TQXlVVEUwTXlBeUlERXhNeUF5VkRZMUlESlVORE1nTVZvaUx6NDhjR0YwYUNCcFpEMGlUVXBZTFRFeUxWUkZXQzFPTFRJNUlpQmtQU0pOTmpBZ056UTVURFkwSURjMU1GRTJPU0EzTlRBZ056UWdOelV3U0RnMlRERXhOQ0EzTWpaUk1qQTRJRFkwTVNBeU5URWdOVEUwVkRJNU5DQXlOVEJSTWprMElERTRNaUF5T0RRZ01URTVWREkyTVNBeE1sUXlNalFnTFRjMlZERTROaUF0TVRRelZERTBOU0F0TVRrMFZERXhNeUF0TWpJM1ZEa3dJQzB5TkRaUk9EY2dMVEkwT1NBNE5pQXRNalV3U0RjMFVUWTJJQzB5TlRBZ05qTWdMVEkxTUZRMU9DQXRNalEzVkRVMUlDMHlNemhSTlRZZ0xUSXpOeUEyTmlBdE1qSTFVVEl5TVNBdE5qUWdNakl4SURJMU1GUTJOaUEzTWpWUk5UWWdOek0zSURVMUlEY3pPRkUxTlNBM05EWWdOakFnTnpRNVdpSXZQanh3WVhSb0lHbGtQU0pOU2xndE1USX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hNaTFVUlZndFNTMHhSRFpHUXlJZ1pEMGlUVE0wSURFMU5sRXpOQ0F5TnpBZ01USXdJRE0xTmxRek1Ea2dORFF5VVRNM09TQTBORElnTkRJeElEUXdNbFEwTnpnZ016QTBVVFE0TkNBeU56VWdORGcxSURJek4xWXlNRGhSTlRNMElESTRNaUExTmpBZ016YzBVVFUyTkNBek9EZ2dOVFkySURNNU1GUTFPRElnTXprelVUWXdNeUF6T1RNZ05qQXpJRE00TlZFMk1ETWdNemMySURVNU5DQXpORFpVTlRVNElESTJNVlEwT1RjZ01UWXhURFE0TmlBeE5EZE1ORGczSURFeU0xRTBPRGtnTmpjZ05EazFJRFEzVkRVeE5DQXlObEUxTWpnZ01qZ2dOVFF3SURNM1ZEVTFOeUEyTUZFMU5Ua2dOamNnTlRZeUlEWTRWRFUzTnlBM01GRTFPVGNnTnpBZ05UazNJRFl5VVRVNU55QTFOaUExT1RFZ05ETlJOVGM1SURFNUlEVTFOaUExVkRVeE1pQXRNVEJJTlRBMVVUUXpPQ0F0TVRBZ05ERTBJRFl5VERReE1TQTJPVXcwTURBZ05qRlJNemt3SURVeklETTNNQ0EwTVZRek1qVWdNVGhVTWpZM0lDMHlWREl3TXlBdE1URlJNVEkwSUMweE1TQTNPU0F6T1ZRek5DQXhOVFphVFRJd09DQXlObEV5TlRjZ01qWWdNekEySURRM1ZETTNPU0E1TUV3ME1ETWdNVEV5VVRRd01TQXlOVFVnTXprMklESTVNRkV6T0RJZ05EQTFJRE13TkNBME1EVlJNak0xSURRd05TQXhPRE1nTXpNeVVURTFOaUF5T1RJZ01UTTVJREl5TkZReE1qRWdNVEl3VVRFeU1TQTNNU0F4TkRZZ05EbFVNakE0SURJMldpSXZQanh3WVhSb0lHbGtQU0pOU2xndE1USXRWRVZZTFU0dE1qSkROU0lnWkQwaVRUYzRJREkxTUZFM09DQXlOelFnT1RVZ01qa3lWREV6T0NBek1UQlJNVFl5SURNeE1DQXhPREFnTWprMFZERTVPU0F5TlRGUk1UazVJREl5TmlBeE9ESWdNakE0VkRFek9TQXhPVEJVT1RZZ01qQTNWRGM0SURJMU1Gb2lMejQ4Y0dGMGFDQnBaRDBpVFVwWUxURXlMVlJGV0MxT0xUUkVJaUJrUFNKTk1UTXlJRFl5TWxFeE1qVWdOakk1SURFeU1TQTJNekZVTVRBMUlEWXpORlEyTWlBMk16ZElNamxXTmpnelNERXpOVkV5TWpFZ05qZ3pJREl6TWlBMk9ESlVNalE1SURZM05WRXlOVEFnTmpjMElETTFOQ0F6T1RoTU5EVTRJREV5TkV3MU5qSWdNems0VVRZMk5pQTJOelFnTmpZNElEWTNOVkUyTnpFZ05qZ3hJRFk0TXlBMk9ESlVOemd4SURZNE0wZzRPRGRXTmpNM1NEZzFORkU0TVRRZ05qTTJJRGd3TXlBMk16UlVOemcxSURZeU1sWTJNVkUzT1RFZ05URWdPREF5SURRNVZEZzFOQ0EwTmtnNE9EZFdNRWc0TnpaUk9EVTFJRE1nTnpNMklETlJOakExSURNZ05UazJJREJJTlRnMVZqUTJTRFl4T0ZFMk5qQWdORGNnTmpZNUlEUTVWRFk0T0NBMk1WWXpORGRSTmpnNElEUXlOQ0EyT0RnZ05EWXhWRFk0T0NBMU5EWlVOamc0SURZeE0wdzJPRGNnTmpNeVVUUTFOQ0F4TkNBME5UQWdOMUUwTkRZZ01TQTBNekFnTVZRME1UQWdOMUUwTURrZ09TQXlPVElnTXpFMlRERTNOaUEyTWpSV05qQTJVVEUzTlNBMU9EZ2dNVGMxSURVME0xUXhOelVnTkRZelZERTNOU0F6TlRaTU1UYzJJRGcyVVRFNE55QTFNQ0F5TmpFZ05EWklNamM0VmpCSU1qWTVVVEkxTkNBeklERTFOQ0F6VVRVeUlETWdNemNnTUVneU9WWTBOa2cwTmxFM09DQTBPQ0E1T0NBMU5sUXhNaklnTmpsVU1UTXlJRGcyVmpZeU1sb2lMejQ4Y0dGMGFDQnBaRDBpVFVwWUxURXlMVlJGV0MxT0xUUTBJaUJrUFNKTk1UTXdJRFl5TWxFeE1qTWdOakk1SURFeE9TQTJNekZVTVRBeklEWXpORlEyTUNBMk16ZElNamRXTmpnelNESXlPRkV6T1RrZ05qZ3lJRFF4T1NBMk9ESlVORFl4SURZM05sRTFNRFFnTmpZM0lEVTBOaUEyTkRGVU5qSTJJRFUzTTFRMk9EVWdORGN3VkRjd09DQXpNelpSTnpBNElESXhNQ0EyTXpRZ01URTJWRFEwTWlBelVUUXlPU0F4SURJeU9DQXdTREkzVmpRMlNEWXdVVEV3TWlBME55QXhNVEVnTkRsVU1UTXdJRFl4VmpZeU1scE5OVGt6SURNek9GRTFPVE1nTkRNNUlEVTNNU0ExTURGVU5Ea3pJRFl3TWxFME16a2dOak0zSURNMU5TQTJNemRJTXpJeVNESTVORkV5TXpnZ05qTTNJREl6TkNBMk1qaFJNak14SURZeU5DQXlNekVnTXpRMFVUSXpNU0EyTWlBeU16SWdOVGxSTWpNeklEUTVJREkwT0NBME9GUXpNemtnTkRaSU16VXdVVFExTmlBME5pQTFNVFVnT1RWUk5UWXhJREV6TXlBMU56Y2dNVGt4VkRVNU15QXpNemhhSWk4K1BIQmhkR2dnYVdROUlrMUtXQzB4TWkxVVJWZ3RUaTAyTVNJZ1pEMGlUVEV6TnlBek1EVlVNVEUxSURNd05WUTNPQ0F6TWpCVU5qTWdNelU1VVRZeklETTVOQ0E1TnlBME1qRlVNakU0SURRME9GRXlPVEVnTkRRNElETXpOaUEwTVRaVU16azJJRE0wTUZFME1ERWdNekkySURRd01TQXpNRGxVTkRBeUlERTVORll4TWpSUk5EQXlJRGMySURRd055QTFPRlEwTWpnZ05EQlJORFF6SURRd0lEUTBPQ0ExTmxRME5UTWdNVEE1VmpFME5VZzBPVE5XTVRBMlVUUTVNaUEyTmlBME9UQWdOVGxSTkRneElESTVJRFExTlNBeE1sUTBNREFnTFRaVU16VXpJREV5VkRNeU9TQTFORlkxT0V3ek1qY2dOVFZSTXpJMUlEVXlJRE15TWlBME9WUXpNVFFnTkRCVU16QXlJREk1VkRJNE55QXhOMVF5TmprZ05sUXlORGNnTFRKVU1qSXhJQzA0VkRFNU1DQXRNVEZSTVRNd0lDMHhNU0E0TWlBeU1GUXpOQ0F4TURkUk16UWdNVEk0SURReElERTBOMVEyT0NBeE9EaFVNVEUySURJeU5WUXhPVFFnTWpVelZETXdOQ0F5TmpoSU16RTRWakk1TUZFek1UZ2dNekkwSURNeE1pQXpOREJSTWprd0lEUXhNU0F5TVRVZ05ERXhVVEU1TnlBME1URWdNVGd4SURReE1GUXhOVFlnTkRBMlZERTBPQ0EwTUROUk1UY3dJRE00T0NBeE56QWdNelU1VVRFM01DQXpNelFnTVRVMElETXlNRnBOTVRJMklERXdObEV4TWpZZ056VWdNVFV3SURVeFZESXdPU0F5TmxFeU5EY2dNallnTWpjMklEUTVWRE14TlNBeE1EbFJNekUzSURFeE5pQXpNVGdnTVRjMVVUTXhPQ0F5TXpNZ016RTNJREl6TTFFek1Ea2dNak16SURJNU5pQXlNekpVTWpVeElESXlNMVF4T1RNZ01qQXpWREUwTnlBeE5qWlVNVEkySURFd05sb2lMejQ4Y0dGMGFDQnBaRDBpVFVwWUxURXlMVlJGV0MxT0xUVXpJaUJrUFNKTk5UVWdOVEEzVVRVMUlEVTVNQ0F4TVRJZ05qUTNWREkwTXlBM01EUklNalUzVVRNME1pQTNNRFFnTkRBMUlEWTBNVXcwTWpZZ05qY3lVVFF6TVNBMk56a2dORE0ySURZNE4xUTBORFlnTnpBd1REUTBPU0EzTURSUk5EVXdJRGN3TkNBME5UTWdOekEwVkRRMU9TQTNNRFZJTkRZelVUUTJOaUEzTURVZ05EY3lJRFk1T1ZZME5qSk1ORFkySURRMU5rZzBORGhSTkRNM0lEUTFOaUEwTXpVZ05EVTVWRFF6TUNBME56bFJOREV6SURZd05TQXpNamtnTmpRMlVUSTVNaUEyTmpJZ01qVTBJRFkyTWxFeU1ERWdOall5SURFMk9DQTJNalpVTVRNMUlEVTBNbEV4TXpVZ05UQTRJREUxTWlBME9EQlVNakF3SURRek5WRXlNVEFnTkRNeElESTROaUEwTVRKVU16Y3dJRE00T1ZFME1qY2dNelkzSURRMk15QXpNVFJVTlRBd0lERTVNVkUxTURBZ01URXdJRFEwT0NBME5WUXpNREVnTFRJeFVUSTBOU0F0TWpFZ01qQXhJQzAwVkRFME1DQXlOMHd4TWpJZ05ERlJNVEU0SURNMklERXdOeUF5TVZRNE55QXROMVEzT0NBdE1qRlJOellnTFRJeUlEWTRJQzB5TWtnMk5GRTJNU0F0TWpJZ05UVWdMVEUyVmpFd01WRTFOU0F5TWpBZ05UWWdNakl5VVRVNElESXlOeUEzTmlBeU1qZElPRGxST1RVZ01qSXhJRGsxSURJeE5GRTVOU0F4T0RJZ01UQTFJREUxTVZReE16a2dPVEJVTWpBMUlEUXlWRE13TlNBeU5GRXpOVElnTWpRZ016ZzJJRFl5VkRReU1DQXhOVFZSTkRJd0lERTVPQ0F6T1RnZ01qTXpWRE0wTUNBeU9ERlJNamcwSURJNU5TQXlOallnTXpBd1VUSTJNU0F6TURFZ01qTTVJRE13TmxReU1EWWdNekUwVkRFM05DQXpNalZVTVRReElETTBNMVF4TVRJZ016WTNWRGcxSURRd01sRTFOU0EwTlRFZ05UVWdOVEEzV2lJdlBqeHdZWFJvSUdsa1BTSk5TbGd0TVRJ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4d1lYUm9JR2xrUFNKTlNsZ3RNVEl0VkVWWUxVNHRNekVpSUdROUlrMHlNVE1nTlRjNFRESXdNQ0ExTnpOUk1UZzJJRFUyT0NBeE5qQWdOVFl6VkRFd01pQTFOVFpJT0ROV05qQXlTREV3TWxFeE5Ea2dOakEwSURFNE9TQTJNVGRVTWpRMUlEWTBNVlF5TnpNZ05qWXpVVEkzTlNBMk5qWWdNamcxSURZMk5sRXlPVFFnTmpZMklETXdNaUEyTmpCV016WXhURE13TXlBMk1WRXpNVEFnTlRRZ016RTFJRFV5VkRNek9TQTBPRlEwTURFZ05EWklOREkzVmpCSU5ERTJVVE01TlNBeklESTFOeUF6VVRFeU1TQXpJREV3TUNBd1NEZzRWalEyU0RFeE5GRXhNellnTkRZZ01UVXlJRFEyVkRFM055QTBOMVF4T1RNZ05UQlVNakF4SURVeVZESXdOeUExTjFReU1UTWdOakZXTlRjNFdpSXZQanh3WVhSb0lHbGtQU0pOU2xndE1USXRWRVZZTFU0dE1qSXhNaUlnWkQwaVRUZzBJREl6TjFRNE5DQXlOVEJVT1RnZ01qY3dTRFkzT1ZFMk9UUWdNall5SURZNU5DQXlOVEJVTmpjNUlESXpNRWc1T0ZFNE5DQXlNemNnT0RRZ01qVXdXaUl2UGp4d1lYUm9JR2xrUFNKTlNsZ3RNVEl0VkVWWUxVNHRORFlpSUdROUlrMHhNamdnTmpFNVVURXlNU0EyTWpZZ01URTNJRFl5T0ZReE1ERWdOak14VkRVNElEWXpORWd5TlZZMk9EQklOVGd5VmpZM05sRTFPRFFnTmpjd0lEVTVOaUExTmpCVU5qRXdJRFEwTkZZME5EQklOVGN3VmpRME5GRTFOak1nTkRreklEVTJNU0ExTURGUk5UVTFJRFV6T0NBMU5ETWdOVFl6VkRVeE5pQTJNREZVTkRjM0lEWXlNbFEwTXpFZ05qTXhWRE0zTkNBMk16TklNek0wU0RJNE5sRXlOVElnTmpNeklESTBOQ0EyTXpGVU1qTXpJRFl5TVZFeU16SWdOakU1SURJek1pQTBPVEJXTXpZelNESTRORkV5T0RjZ016WXpJRE13TXlBek5qTlVNekkzSURNMk5GUXpORGtnTXpZM1ZETTNNaUF6TnpOVU16ZzVJRE00TlZFME1EY2dOREF6SURReE1DQTBOVGxXTkRnd1NEUTFNRll5TURCSU5ERXdWakl5TVZFME1EY2dNamMySURNNE9TQXlPVFpSTXpneElETXdNeUF6TnpFZ016QTNWRE0wT0NBek1UTlVNekkzSURNeE5sUXpNRE1nTXpFM1ZESTROQ0F6TVRkSU1qTXlWakU0T1V3eU16TWdOakZSTWpRd0lEVTBJREkwTlNBMU1sUXlOekFnTkRoVU16TXpJRFEyU0RNMk1GWXdTRE0wT0ZFek1qUWdNeUF4T0RJZ00xRTFNU0F6SURNMklEQklNalZXTkRaSU5UaFJNVEF3SURRM0lERXdPU0EwT1ZReE1qZ2dOakZXTmpFNVdpSXZQand2WkdWbWN6NDhaeUJ6ZEhKdmEyVTlJbU4xY25KbGJuUkRiMnh2Y2lJZ1ptbHNiRDBpWTNWeWNtVnVkRU52Ykc5eUlpQnpkSEp2YTJVdGQybGtkR2c5SWpBaUlIUnlZVzV6Wm05eWJUMGljMk5oYkdVb01Td3RNU2tpUGp4bklHUmhkR0V0Ylcxc0xXNXZaR1U5SW0xaGRHZ2lQanhuSUdSaGRHRXRiVzFzTFc1dlpHVTlJbTF6ZFdJaVBqeG5JR1JoZEdFdGJXMXNMVzV2WkdVOUltMXBJajQ4ZFhObElHUmhkR0V0WXowaU1VUTBNemtpSUhoc2FXNXJPbWh5WldZOUlpTk5TbGd0TVRJdFZFVllMVWt0TVVRME16a2lMejQ4TDJjK1BHY2daR0YwWVMxdGJXd3RibTlrWlQwaVZHVllRWFJ2YlNJZ2RISmhibk5tYjNKdFBTSjBjbUZ1YzJ4aGRHVW9OamMyTEMweE5UQXBJSE5qWVd4bEtEQXVOekEzS1NJZ1pHRjBZUzF0YW5ndGRHVjRZMnhoYzNNOUlrOVNSQ0krUEdjZ1pHRjBZUzF0Yld3dGJtOWtaVDBpYlhSbGVIUWlQangxYzJVZ1pHRjBZUzFqUFNJMk9DSWdlR3hwYm1zNmFISmxaajBpSTAxS1dDMHhNaTFVUlZndFRpMDJPQ0l2UGp4MWMyVWdaR0YwWVMxalBTSTNPU0lnZUd4cGJtczZhSEpsWmowaUkwMUtXQzB4TWkxVVJWZ3RUaTAzT1NJZ2RISmhibk5tYjNKdFBTSjBjbUZ1YzJ4aGRHVW9OVFUyTERBcElpOCtQSFZ6WlNCa1lYUmhMV005SWpZeUlpQjRiR2x1YXpwb2NtVm1QU0lqVFVwWUxURXlMVlJGV0MxT0xUWXlJaUIwY21GdWMyWnZjbTA5SW5SeVlXNXpiR0YwWlNneE1EZzBMREFwSWk4K1BIVnpaU0JrWVhSaExXTTlJamN5SWlCNGJHbHVhenBvY21WbVBTSWpUVXBZTFRFeUxWUkZXQzFPTFRjeUlpQjBjbUZ1YzJadmNtMDlJblJ5WVc1emJHRjBaU2d4TmpRd0xEQXBJaTgrUEhWelpTQmtZWFJoTFdNOUlqWTVJaUI0YkdsdWF6cG9jbVZtUFNJalRVcFlMVEV5TFZSRldDMU9MVFk1SWlCMGNtRnVjMlp2Y20wOUluUnlZVzV6YkdGMFpTZ3lNRE15TERBcElpOCtQSFZ6WlNCa1lYUmhMV005SWpZMElpQjRiR2x1YXpwb2NtVm1QU0lqVFVwWUxURXlMVlJGV0MxT0xUWTBJaUIwY21GdWMyWnZjbTA5SW5SeVlXNXpiR0YwWlNneU16RXdMREFwSWk4K1BDOW5Qand2Wno0OEwyYytQR2NnWkdGMFlTMXRiV3d0Ym05a1pUMGliVzhpSUhSeVlXNXpabTl5YlQwaWRISmhibk5zWVhSbEtESTNOVEl1Tml3d0tTSStQSFZ6WlNCa1lYUmhMV005SWpJNElpQjRiR2x1YXpwb2NtVm1QU0lqVFVwWUxURXlMVlJGV0MxT0xUSTRJaTgrUEM5blBqeG5JR1JoZEdFdGJXMXNMVzV2WkdVOUltMXBJaUIwY21GdWMyWnZjbTA5SW5SeVlXNXpiR0YwWlNnek1UUXhMallzTUNraVBqeDFjMlVnWkdGMFlTMWpQU0l4UkRRelF5SWdlR3hwYm1zNmFISmxaajBpSTAxS1dDMHhNaTFVUlZndFNTMHhSRFF6UXlJdlBqd3ZaejQ4WnlCa1lYUmhMVzF0YkMxdWIyUmxQU0p0YnlJZ2RISmhibk5tYjNKdFBTSjBjbUZ1YzJ4aGRHVW9NelkwTlM0MkxEQXBJajQ4ZFhObElHUmhkR0V0WXowaU1qa2lJSGhzYVc1ck9taHlaV1k5SWlOTlNsZ3RNVEl0VkVWWUxVNHRNamtpTHo0OEwyYytQR2NnWkdGMFlTMXRiV3d0Ym05a1pUMGliVzhpSUhSeVlXNXpabTl5YlQwaWRISmhibk5zWVhSbEtEUXpNVEl1TXl3d0tTSStQSFZ6WlNCa1lYUmhMV005SWpORUlpQjRiR2x1YXpwb2NtVm1QU0lqVFVwWUxURXlMVlJGV0MxT0xUTkVJaTgrUEM5blBqeG5JR1JoZEdFdGJXMXNMVzV2WkdVOUltMXBJaUIwY21GdWMyWnZjbTA5SW5SeVlXNXpiR0YwWlNnMU16WTRMakVzTUNraVBqeDFjMlVnWkdGMFlTMWpQU0l4UkRaR1F5SWdlR3hwYm1zNmFISmxaajBpSTAxS1dDMHhNaTFVUlZndFNTMHhSRFpHUXlJdlBqd3ZaejQ4WnlCa1lYUmhMVzF0YkMxdWIyUmxQU0p0YnlJZ2RISmhibk5tYjNKdFBTSjBjbUZ1YzJ4aGRHVW9Oakl6TUM0ekxEQXBJajQ4ZFhObElHUmhkR0V0WXowaU1qSkROU0lnZUd4cGJtczZhSEpsWmowaUkwMUtXQzB4TWkxVVJWZ3RUaTB5TWtNMUlpOCtQQzluUGp4bklHUmhkR0V0Ylcxc0xXNXZaR1U5SW0xemRXSWlJSFJ5WVc1elptOXliVDBpZEhKaGJuTnNZWFJsS0RZM016QXVOaXd3S1NJK1BHY2daR0YwWVMxdGJXd3RibTlrWlQwaWJXa2lQangxYzJVZ1pHRjBZUzFqUFNJeFJEUXpPU0lnZUd4cGJtczZhSEpsWmowaUkwMUtXQzB4TWkxVVJWZ3RTUzB4UkRRek9TSXZQand2Wno0OFp5QmtZWFJoTFcxdGJDMXViMlJsUFNKVVpWaEJkRzl0SWlCMGNtRnVjMlp2Y20wOUluUnlZVzV6YkdGMFpTZzJOellzTFRFMU1Da2djMk5oYkdVb01DNDNNRGNwSWlCa1lYUmhMVzFxZUMxMFpYaGpiR0Z6Y3owaVQxSkVJajQ4WnlCa1lYUmhMVzF0YkMxdWIyUmxQU0p0ZEdWNGRDSStQSFZ6WlNCa1lYUmhMV005SWpSRUlpQjRiR2x1YXpwb2NtVm1QU0lqVFVwWUxURXlMVlJGV0MxT0xUUkVJaTgrUEhWelpTQmtZWFJoTFdNOUlqWTVJaUI0YkdsdWF6cG9jbVZtUFNJalRVcFlMVEV5TFZSRldDMU9MVFk1SWlCMGNtRnVjMlp2Y20wOUluUnlZVzV6YkdGMFpTZzVNVGNzTUNraUx6NDhkWE5sSUdSaGRHRXRZejBpTkRRaUlIaHNhVzVyT21oeVpXWTlJaU5OU2xndE1USXRWRVZZTFU0dE5EUWlJSFJ5WVc1elptOXliVDBpZEhKaGJuTnNZWFJsS0RFeE9UVXNNQ2tpTHo0OGRYTmxJR1JoZEdFdFl6MGlOakVpSUhoc2FXNXJPbWh5WldZOUlpTk5TbGd0TVRJdFZFVllMVTR0TmpFaUlIUnlZVzV6Wm05eWJUMGlkSEpoYm5Oc1lYUmxLREU1TlRrc01Da2lMejQ4ZFhObElHUmhkR0V0WXowaU5UTWlJSGhzYVc1ck9taHlaV1k5SWlOTlNsZ3RNVEl0VkVWWUxVNHROVE1pSUhSeVlXNXpabTl5YlQwaWRISmhibk5zWVhSbEtESTBOVGtzTUNraUx6NDhMMmMrUEM5blBqd3ZaejQ4WnlCa1lYUmhMVzF0YkMxdWIyUmxQU0p0YnlJZ2RISmhibk5tYjNKdFBTSjBjbUZ1YzJ4aGRHVW9PVFU0T0M0MUxEQXBJajQ4ZFhObElHUmhkR0V0WXowaU1qZ2lJSGhzYVc1ck9taHlaV1k5SWlOTlNsZ3RNVEl0VkVWWUxVNHRNamdpTHo0OEwyYytQR2NnWkdGMFlTMXRiV3d0Ym05a1pUMGliV2tpSUhSeVlXNXpabTl5YlQwaWRISmhibk5zWVhSbEtEazVOemN1TlN3d0tTSStQSFZ6WlNCa1lYUmhMV005SWpGRU5ETkRJaUI0YkdsdWF6cG9jbVZtUFNJalRVcFlMVEV5TFZSRldDMUpMVEZFTkRORElpOCtQQzluUGp4bklHUmhkR0V0Ylcxc0xXNXZaR1U5SW0xdklpQjBjbUZ1YzJadmNtMDlJblJ5WVc1emJHRjBaU2d4TURRNE1TNDFMREFwSWo0OGRYTmxJR1JoZEdFdFl6MGlNamtpSUhoc2FXNXJPbWh5WldZOUlpTk5TbGd0TVRJdFZFVllMVTR0TWpraUx6NDhMMmMrUEdjZ1pHRjBZUzF0Yld3dGJtOWtaVDBpYlc4aUlIUnlZVzV6Wm05eWJUMGlkSEpoYm5Oc1lYUmxLREV4TURreUxqY3NNQ2tpUGp4MWMyVWdaR0YwWVMxalBTSXlRaUlnZUd4cGJtczZhSEpsWmowaUkwMUtXQzB4TWkxVVJWZ3RUaTB5UWlJdlBqd3ZaejQ4WnlCa1lYUmhMVzF0YkMxdWIyUmxQU0p0YnlJZ2RISmhibk5tYjNKdFBTSjBjbUZ1YzJ4aGRHVW9NVEl3T1RJdU9Td3dLU0krUEhWelpTQmtZWFJoTFdNOUlqSTRJaUI0YkdsdWF6cG9jbVZtUFNJalRVcFlMVEV5TFZSRldDMU9MVEk0SWk4K1BDOW5QanhuSUdSaGRHRXRiVzFzTFc1dlpHVTlJbTF1SWlCMGNtRnVjMlp2Y20wOUluUnlZVzV6YkdGMFpTZ3hNalE0TVM0NUxEQXBJajQ4ZFhObElHUmhkR0V0WXowaU16RWlJSGhzYVc1ck9taHlaV1k5SWlOTlNsZ3RNVEl0VkVWWUxVNHRNekVpTHo0OEwyYytQR2NnWkdGMFlTMXRiV3d0Ym05a1pUMGliVzhpSUhSeVlXNXpabTl5YlQwaWRISmhibk5zWVhSbEtERXpNakEwTGpJc01Da2lQangxYzJVZ1pHRjBZUzFqUFNJeU1qRXlJaUI0YkdsdWF6cG9jbVZtUFNJalRVcFlMVEV5TFZSRldDMU9MVEl5TVRJaUx6NDhMMmMrUEdjZ1pHRjBZUzF0Yld3dGJtOWtaVDBpYldraUlIUnlZVzV6Wm05eWJUMGlkSEpoYm5Oc1lYUmxLREUwTWpBMExqUXNNQ2tpUGp4MWMyVWdaR0YwWVMxalBTSXhSRFpHUXlJZ2VHeHBibXM2YUhKbFpqMGlJMDFLV0MweE1pMVVSVmd0U1MweFJEWkdReUl2UGp3dlp6NDhaeUJrWVhSaExXMXRiQzF1YjJSbFBTSnRieUlnZEhKaGJuTm1iM0p0UFNKMGNtRnVjMnhoZEdVb01UUTRORFF1TkN3d0tTSStQSFZ6WlNCa1lYUmhMV005SWpJNUlpQjRiR2x1YXpwb2NtVm1QU0lqVFVwWUxURXlMVlJGV0MxT0xUSTVJaTgrUEM5blBqeG5JR1JoZEdFdGJXMXNMVzV2WkdVOUltMXZJaUIwY21GdWMyWnZjbTA5SW5SeVlXNXpiR0YwWlNneE5UUTFOUzQyTERBcElqNDhkWE5sSUdSaGRHRXRZejBpTWpKRE5TSWdlR3hwYm1zNmFISmxaajBpSTAxS1dDMHhNaTFVUlZndFRpMHlNa00xSWk4K1BDOW5QanhuSUdSaGRHRXRiVzFzTFc1dlpHVTlJbTF6ZFdJaUlIUnlZVzV6Wm05eWJUMGlkSEpoYm5Oc1lYUmxLREUxT1RVMUxqZ3NNQ2tpUGp4bklHUmhkR0V0Ylcxc0xXNXZaR1U5SW0xcElqNDhkWE5sSUdSaGRHRXRZejBpTVVRME16a2lJSGhzYVc1ck9taHlaV1k5SWlOTlNsZ3RNVEl0VkVWWUxVa3RNVVEwTXpraUx6NDhMMmMrUEdjZ1pHRjBZUzF0Yld3dGJtOWtaVDBpVkdWWVFYUnZiU0lnZEhKaGJuTm1iM0p0UFNKMGNtRnVjMnhoZEdVb05qYzJMQzB4TlRBcElITmpZV3hsS0RBdU56QTNLU0lnWkdGMFlTMXRhbmd0ZEdWNFkyeGhjM005SWs5U1JDSStQR2NnWkdGMFlTMXRiV3d0Ym05a1pUMGliWFJsZUhRaVBqeDFjMlVnWkdGMFlTMWpQU0kxTXlJZ2VHeHBibXM2YUhKbFpqMGlJMDFLV0MweE1pMVVSVmd0VGkwMU15SXZQangxYzJVZ1pHRjBZUzFqUFNJME5pSWdlR3hwYm1zNmFISmxaajBpSTAxS1dDMHhNaTFVUlZndFRpMDBOaUlnZEhKaGJuTm1iM0p0UFNKMGNtRnVjMnhoZEdVb05UVTJMREFwSWk4K1BIVnpaU0JrWVhSaExXTTlJalV6SWlCNGJHbHVhenBvY21WbVBTSWpUVXBZTFRFeUxWUkZXQzFPTFRVeklpQjBjbUZ1YzJadmNtMDlJblJ5WVc1emJHRjBaU2d4TWpBNUxEQXBJaTgrUEM5blBqd3ZaejQ4TDJjK1BHY2daR0YwWVMxdGJXd3RibTlrWlQwaWJXOGlJSFJ5WVc1elptOXliVDBpZEhKaGJuTnNZWFJsS0RFM09USTVMamtzTUNraVBqeDFjMlVnWkdGMFlTMWpQU0l5T0NJZ2VHeHBibXM2YUhKbFpqMGlJMDFLV0MweE1pMVVSVmd0VGkweU9DSXZQand2Wno0OFp5QmtZWFJoTFcxdGJDMXViMlJsUFNKdGFTSWdkSEpoYm5ObWIzSnRQU0owY21GdWMyeGhkR1VvTVRnek1UZ3VPU3d3S1NJK1BIVnpaU0JrWVhSaExXTTlJakZFTkRORElpQjRiR2x1YXpwb2NtVm1QU0lqVFVwWUxURXlMVlJGV0MxSkxURkVORE5ESWk4K1BDOW5QanhuSUdSaGRHRXRiVzFzTFc1dlpHVTlJbTF2SWlCMGNtRnVjMlp2Y20wOUluUnlZVzV6YkdGMFpTZ3hPRGd5TWk0NUxEQXBJajQ4ZFhObElHUmhkR0V0WXowaU1qa2lJSGhzYVc1ck9taHlaV1k5SWlOTlNsZ3RNVEl0VkVWWUxVNHRNamtpTHo0OEwyYytQQzluUGp3dlp6NDhMM04yWno0PSIsCgkiUmVhbFZpZXdTaXplSnNvbiIgOiAie1wiaGVpZ2h0XCI6Mzc1LFwid2lkdGhcIjo2NzY3Ljg1NzA1NTY2NDA2MjV9Igp9Cg=="/>
    </extobj>
    <extobj name="2384804F-3998-4D57-9195-F3826E402611-13">
      <extobjdata type="2384804F-3998-4D57-9195-F3826E402611" data="ewoJIkltZ1NldHRpbmdKc29uIiA6ICJ7XCJoZWlnaHRcIjoxNy44NTcxNDI4NTcxNDI4NTQsXCJ3aWR0aFwiOjUxLjc4NTcxNDI4NTcxNDI4fSIsCgkiTGF0ZXgiIDogIlxcYWxwaGEoeCx5KSIsCgkiTGF0ZXhJbWdCYXNlNjQiIDogIlBITjJaeUI0Yld4dWN6MGlhSFIwY0RvdkwzZDNkeTUzTXk1dmNtY3ZNakF3TUM5emRtY2lJSGRwWkhSb1BTSTJMall4TjJWNElpQm9aV2xuYUhROUlqSXVNall5WlhnaUlISnZiR1U5SW1sdFp5SWdabTlqZFhOaFlteGxQU0ptWVd4elpTSWdkbWxsZDBKdmVEMGlNQ0F0TnpVd0lESTVNalF1TnlBeE1EQXdJaUI0Yld4dWN6cDRiR2x1YXowaWFIUjBjRG92TDNkM2R5NTNNeTV2Y21jdk1UazVPUzk0YkdsdWF5SWdZWEpwWVMxb2FXUmtaVzQ5SW5SeWRXVWlJSE4wZVd4bFBTSjJaWEowYVdOaGJDMWhiR2xuYmpvZ0xUQXVOVFkyWlhnN0lHMWhlQzEzYVdSMGFEb2dPVGdsT3lJK1BHUmxabk0rUEhCaGRHZ2dhV1E5SWsxS1dDMHlMVlJGV0MxSkxURkVOa1pESWlCa1BTSk5NelFnTVRVMlVUTTBJREkzTUNBeE1qQWdNelUyVkRNd09TQTBOREpSTXpjNUlEUTBNaUEwTWpFZ05EQXlWRFEzT0NBek1EUlJORGcwSURJM05TQTBPRFVnTWpNM1ZqSXdPRkUxTXpRZ01qZ3lJRFUyTUNBek56UlJOVFkwSURNNE9DQTFOallnTXprd1ZEVTRNaUF6T1ROUk5qQXpJRE01TXlBMk1ETWdNemcxVVRZd015QXpOellnTlRrMElETTBObFExTlRnZ01qWXhWRFE1TnlBeE5qRk1ORGcySURFME4wdzBPRGNnTVRJelVUUTRPU0EyTnlBME9UVWdORGRVTlRFMElESTJVVFV5T0NBeU9DQTFOREFnTXpkVU5UVTNJRFl3VVRVMU9TQTJOeUExTmpJZ05qaFVOVGMzSURjd1VUVTVOeUEzTUNBMU9UY2dOakpSTlRrM0lEVTJJRFU1TVNBME0xRTFOemtnTVRrZ05UVTJJRFZVTlRFeUlDMHhNRWcxTURWUk5ETTRJQzB4TUNBME1UUWdOakpNTkRFeElEWTVURFF3TUNBMk1WRXpPVEFnTlRNZ016Y3dJRFF4VkRNeU5TQXhPRlF5TmpjZ0xUSlVNakF6SUMweE1WRXhNalFnTFRFeElEYzVJRE01VkRNMElERTFObHBOTWpBNElESTJVVEkxTnlBeU5pQXpNRFlnTkRkVU16YzVJRGt3VERRd015QXhNVEpSTkRBeElESTFOU0F6T1RZZ01qa3dVVE00TWlBME1EVWdNekEwSURRd05WRXlNelVnTkRBMUlERTRNeUF6TXpKUk1UVTJJREk1TWlBeE16a2dNakkwVkRFeU1TQXhNakJSTVRJeElEY3hJREUwTmlBME9WUXlNRGdnTWpaYUlpOCtQSEJoZEdnZ2FXUTlJazFLV0MweUxWUkZXQzFPTFRJNElpQmtQU0pOT1RRZ01qVXdVVGswSURNeE9TQXhNRFFnTXpneFZERXlOeUEwT0RoVU1UWTBJRFUzTmxReU1ESWdOalF6VkRJME5DQTJPVFZVTWpjM0lEY3lPVlF6TURJZ056VXdTRE14TlVnek1UbFJNek16SURjMU1DQXpNek1nTnpReFVUTXpNeUEzTXpnZ016RTJJRGN5TUZReU56VWdOalkzVkRJeU5pQTFPREZVTVRnMElEUTBNMVF4TmpjZ01qVXdWREU0TkNBMU9GUXlNalVnTFRneFZESTNOQ0F0TVRZM1ZETXhOaUF0TWpJd1ZETXpNeUF0TWpReFVUTXpNeUF0TWpVd0lETXhPQ0F0TWpVd1NETXhOVWd6TURKTU1qYzBJQzB5TWpaUk1UZ3dJQzB4TkRFZ01UTTNJQzB4TkZRNU5DQXlOVEJhSWk4K1BIQmhkR2dnYVdROUlrMUtXQzB5TFZSRldDMUpMVEZFTkRZMUlpQmtQU0pOTlRJZ01qZzVVVFU1SURNek1TQXhNRFlnTXpnMlZESXlNaUEwTkRKUk1qVTNJRFEwTWlBeU9EWWdOREkwVkRNeU9TQXpOemxSTXpjeElEUTBNaUEwTXpBZ05EUXlVVFEyTnlBME5ESWdORGswSURReU1GUTFNaklnTXpZeFVUVXlNaUF6TXpJZ05UQTRJRE14TkZRME9ERWdNamt5VkRRMU9DQXlPRGhSTkRNNUlESTRPQ0EwTWpjZ01qazVWRFF4TlNBek1qaFJOREUxSURNM05DQTBOalVnTXpreFVUUTFOQ0EwTURRZ05ESTFJRFF3TkZFME1USWdOREEwSURRd05pQTBNREpSTXpZNElETTROaUF6TlRBZ016TTJVVEk1TUNBeE1UVWdNamt3SURjNFVUSTVNQ0ExTUNBek1EWWdNemhVTXpReElESTJVVE0zT0NBeU5pQTBNVFFnTlRsVU5EWXpJREUwTUZFME5qWWdNVFV3SURRMk9TQXhOVEZVTkRnMUlERTFNMGcwT0RsUk5UQTBJREUxTXlBMU1EUWdNVFExVVRVd05DQXhORFFnTlRBeUlERXpORkUwT0RZZ056Y2dORFF3SURNelZETXpNeUF0TVRGUk1qWXpJQzB4TVNBeU1qY2dOVEpSTVRnMklDMHhNQ0F4TXpNZ0xURXdTREV5TjFFM09DQXRNVEFnTlRjZ01UWlVNelVnTnpGUk16VWdNVEF6SURVMElERXlNMVE1T1NBeE5ETlJNVFF5SURFME15QXhORElnTVRBeFVURTBNaUE0TVNBeE16QWdOalpVTVRBM0lEUTJWRGswSURReFREa3hJRFF3VVRreElETTVJRGszSURNMlZERXhNeUF5T1ZReE16SWdNalpSTVRZNElESTJJREU1TkNBM01WRXlNRE1nT0RjZ01qRTNJREV6T1ZReU5EVWdNalEzVkRJMk1TQXpNVE5STWpZMklETTBNQ0F5TmpZZ016VXlVVEkyTmlBek9EQWdNalV4SURNNU1sUXlNVGNnTkRBMFVURTNOeUEwTURRZ01UUXlJRE0zTWxRNU15QXlPVEJST1RFZ01qZ3hJRGc0SURJNE1GUTNNaUF5TnpoSU5UaFJOVElnTWpnMElEVXlJREk0T1ZvaUx6NDhjR0YwYUNCcFpEMGlUVXBZTFRJdFZFVllMVTR0TWtNaUlHUTlJazAzT0NBek5WUTNPQ0EyTUZRNU5DQXhNRE5VTVRNM0lERXlNVkV4TmpVZ01USXhJREU0TnlBNU5sUXlNVEFnT0ZFeU1UQWdMVEkzSURJd01TQXROakJVTVRnd0lDMHhNVGRVTVRVMElDMHhOVGhVTVRNd0lDMHhPRFZVTVRFM0lDMHhPVFJSTVRFeklDMHhPVFFnTVRBMElDMHhPRFZVT1RVZ0xURTNNbEU1TlNBdE1UWTRJREV3TmlBdE1UVTJWREV6TVNBdE1USTJWREUxTnlBdE56WlVNVGN6SUMwelZqbE1NVGN5SURoUk1UY3dJRGNnTVRZM0lEWlVNVFl4SUROVU1UVXlJREZVTVRRd0lEQlJNVEV6SURBZ09UWWdNVGRhSWk4K1BIQmhkR2dnYVdROUlrMUtXQzB5TFZSRldDMUpMVEZFTkRZMklpQmtQU0pOTWpFZ01qZzNVVEl4SURNd01TQXpOaUF6TXpWVU9EUWdOREEyVkRFMU9DQTBOREpSTVRrNUlEUTBNaUF5TWpRZ05ERTVWREkxTUNBek5UVlJNalE0SURNek5pQXlORGNnTXpNMFVUSTBOeUF6TXpFZ01qTXhJREk0T0ZReE9UZ2dNVGt4VkRFNE1pQXhNRFZSTVRneUlEWXlJREU1TmlBME5WUXlNemdnTWpkUk1qWXhJREkzSURJNE1TQXpPRlF6TVRJZ05qRlVNek01SURrMFVUTXpPU0E1TlNBek5EUWdNVEUwVkRNMU9DQXhOek5VTXpjM0lESTBOMUUwTVRVZ016azNJRFF4T1NBME1EUlJORE15SURRek1TQTBOaklnTkRNeFVUUTNOU0EwTXpFZ05EZ3pJRFF5TkZRME9UUWdOREV5VkRRNU5pQTBNRE5STkRrMklETTVNQ0EwTkRjZ01Ua3pWRE01TVNBdE1qTlJNell6SUMweE1EWWdNamswSUMweE5UVlVNVFUySUMweU1EVlJNVEV4SUMweU1EVWdOemNnTFRFNE0xUTBNeUF0TVRFM1VUUXpJQzA1TlNBMU1DQXRPREJVTmprZ0xUVTRWRGc1SUMwME9GUXhNRFlnTFRRMVVURTFNQ0F0TkRVZ01UVXdJQzA0TjFFeE5UQWdMVEV3TnlBeE16Z2dMVEV5TWxReE1UVWdMVEUwTWxReE1ESWdMVEUwTjB3NU9TQXRNVFE0VVRFd01TQXRNVFV6SURFeE9DQXRNVFl3VkRFMU1pQXRNVFkzU0RFMk1GRXhOemNnTFRFMk55QXhPRFlnTFRFMk5WRXlNVGtnTFRFMU5pQXlORGNnTFRFeU4xUXlPVEFnTFRZMVZETXhNeUF0T1ZRek1qRWdNakZNTXpFMUlERTNVVE13T1NBeE15QXlPVFlnTmxReU56QWdMVFpSTWpVd0lDMHhNU0F5TXpFZ0xURXhVVEU0TlNBdE1URWdNVFV3SURFeFZERXdOQ0E0TWxFeE1ETWdPRGtnTVRBeklERXhNMUV4TURNZ01UY3dJREV6T0NBeU5qSlVNVGN6SURNM09WRXhOek1nTXpnd0lERTNNeUF6T0RGUk1UY3pJRE01TUNBeE56TWdNemt6VkRFMk9TQTBNREJVTVRVNElEUXdORWd4TlRSUk1UTXhJRFF3TkNBeE1USWdNemcxVkRneUlETTBORlEyTlNBek1ESlVOVGNnTWpnd1VUVTFJREkzT0NBME1TQXlOemhJTWpkUk1qRWdNamcwSURJeElESTROMW9pTHo0OGNHRjBhQ0JwWkQwaVRVcFlMVEl0VkVWWUxVNHRNamtpSUdROUlrMDJNQ0EzTkRsTU5qUWdOelV3VVRZNUlEYzFNQ0EzTkNBM05UQklPRFpNTVRFMElEY3lObEV5TURnZ05qUXhJREkxTVNBMU1UUlVNamswSURJMU1GRXlPVFFnTVRneUlESTROQ0F4TVRsVU1qWXhJREV5VkRJeU5DQXROelpVTVRnMklDMHhORE5VTVRRMUlDMHhPVFJVTVRFeklDMHlNamRVT1RBZ0xUSTBObEU0TnlBdE1qUTVJRGcySUMweU5UQklOelJSTmpZZ0xUSTFNQ0EyTXlBdE1qVXdWRFU0SUMweU5EZFVOVFVnTFRJek9GRTFOaUF0TWpNM0lEWTJJQzB5TWpWUk1qSXhJQzAyTkNBeU1qRWdNalV3VkRZMklEY3lOVkUxTmlBM016Y2dOVFVnTnpNNFVUVTFJRGMwTmlBMk1DQTNORGx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WkdReUlnZUd4cGJtczZhSEpsWmowaUkwMUtXQzB5TFZSRldDMUpMVEZFTmtaRElpOCtQQzluUGp4bklHUmhkR0V0Ylcxc0xXNXZaR1U5SW0xdklpQjBjbUZ1YzJadmNtMDlJblJ5WVc1emJHRjBaU2cyTkRBc01Da2lQangxYzJVZ1pHRjBZUzFqUFNJeU9DSWdlR3hwYm1zNmFISmxaajBpSTAxS1dDMHlMVlJGV0MxT0xUSTRJaTgrUEM5blBqeG5JR1JoZEdFdGJXMXNMVzV2WkdVOUltMXBJaUIwY21GdWMyWnZjbTA5SW5SeVlXNXpiR0YwWlNneE1ESTVMREFwSWo0OGRYTmxJR1JoZEdFdFl6MGlNVVEwTmpVaUlIaHNhVzVyT21oeVpXWTlJaU5OU2xndE1pMVVSVmd0U1MweFJEUTJOU0l2UGp3dlp6NDhaeUJrWVhSaExXMXRiQzF1YjJSbFBTSnRieUlnZEhKaGJuTm1iM0p0UFNKMGNtRnVjMnhoZEdVb01UWXdNU3d3S1NJK1BIVnpaU0JrWVhSaExXTTlJakpESWlCNGJHbHVhenBvY21WbVBTSWpUVXBZTFRJdFZFVllMVTR0TWtNaUx6NDhMMmMrUEdjZ1pHRjBZUzF0Yld3dGJtOWtaVDBpYldraUlIUnlZVzV6Wm05eWJUMGlkSEpoYm5Oc1lYUmxLREl3TkRVdU55d3dLU0krUEhWelpTQmtZWFJoTFdNOUlqRkVORFkySWlCNGJHbHVhenBvY21WbVBTSWpUVXBZTFRJdFZFVllMVWt0TVVRME5qWWlMejQ4TDJjK1BHY2daR0YwWVMxdGJXd3RibTlrWlQwaWJXOGlJSFJ5WVc1elptOXliVDBpZEhKaGJuTnNZWFJsS0RJMU16VXVOeXd3S1NJK1BIVnpaU0JrWVhSaExXTTlJakk1SWlCNGJHbHVhenBvY21WbVBTSWpUVXBZTFRJdFZFVllMVTR0TWpraUx6NDhMMmMrUEM5blBqd3ZaejQ4TDNOMlp6ND0iLAoJIlJlYWxWaWV3U2l6ZUpzb24iIDogIntcImhlaWdodFwiOjM1Ny4xNDI4NjgwNDE5OTIyLFwid2lkdGhcIjoxMDM1LjcxNDI2MzkxNjAxNTZ9Igp9Cg=="/>
    </extobj>
    <extobj name="2384804F-3998-4D57-9195-F3826E402611-14">
      <extobjdata type="2384804F-3998-4D57-9195-F3826E402611" data="ewoJIkltZ1NldHRpbmdKc29uIiA6ICJ7XCJoZWlnaHRcIjoxNS4xNzg1NzE0Mjg1NzE0MjcsXCJ3aWR0aFwiOjM0LjgyMTQyODU3MTQyODU3fSIsCgkiTGF0ZXgiIDogIkZfe1xcdGV4dHtTRlN9fSIsCgkiTGF0ZXhJbWdCYXNlNjQiIDogIlBITjJaeUI0Yld4dWN6MGlhSFIwY0RvdkwzZDNkeTUzTXk1dmNtY3ZNakF3TUM5emRtY2lJSGRwWkhSb1BTSTBMalEyTm1WNElpQm9aV2xuYUhROUlqRXVPVEV6WlhnaUlISnZiR1U5SW1sdFp5SWdabTlqZFhOaFlteGxQU0ptWVd4elpTSWdkbWxsZDBKdmVEMGlNQ0F0Tmpnd0lERTVOelFnT0RRMUxqWWlJSGh0Ykc1ek9uaHNhVzVyUFNKb2RIUndPaTh2ZDNkM0xuY3pMbTl5Wnk4eE9UazVMM2hzYVc1cklpQmhjbWxoTFdocFpHUmxiajBpZEhKMVpTSWdjM1I1YkdVOUluWmxjblJwWTJGc0xXRnNhV2R1T2lBdE1DNHpOelZsZURzZ2JXRjRMWGRwWkhSb09pQTVPQ1U3SWo0OFpHVm1jejQ4Y0dGMGFDQnBaRDBpVFVwWUxUSXRWRVZZTFVrdE1VUTBNemtpSUdROUlrMDBPQ0F4VVRNeElERWdNekVnTVRGUk16RWdNVE1nTXpRZ01qVlJNemdnTkRFZ05ESWdORE5VTmpVZ05EWlJPVElnTkRZZ01USTFJRFE1VVRFek9TQTFNaUF4TkRRZ05qRlJNVFEySURZMklESXhOU0F6TkRKVU1qZzFJRFl5TWxFeU9EVWdOakk1SURJNE1TQTJNamxSTWpjeklEWXpNaUF5TWpnZ05qTTBTREU1TjFFeE9URWdOalF3SURFNU1TQTJOREpVTVRreklEWTFPVkV4T1RjZ05qYzJJREl3TXlBMk9EQklOelF5VVRjME9TQTJOellnTnpRNUlEWTJPVkUzTkRrZ05qWTBJRGN6TmlBMU5UZFVOekl5SURRME4xRTNNakFnTkRRd0lEY3dNaUEwTkRCSU5qa3dVVFk0TXlBME5EVWdOamd6SURRMU0xRTJPRE1nTkRVMElEWTROaUEwTnpkVU5qZzVJRFV6TUZFMk9Ea2dOVFl3SURZNE1pQTFOemxVTmpZeklEWXhNRlEyTWpZZ05qSTJWRFUzTlNBMk16TlVOVEF6SURZek5FZzBPREJSTXprNElEWXpNeUF6T1RNZ05qTXhVVE00T0NBMk1qa2dNemcySURZeU0xRXpPRFVnTmpJeUlETTFNaUEwT1RKTU16SXdJRE0yTTBnek56VlJNemM0SURNMk15QXpPVGdnTXpZelZEUXlOaUF6TmpSVU5EUTRJRE0yTjFRME56SWdNemMwVkRRNE9TQXpPRFpSTlRBeUlETTVPQ0ExTVRFZ05ERTVWRFV5TkNBME5UZFVOVEk1SURRM05WRTFNeklnTkRnd0lEVTBPQ0EwT0RCSU5UWXdVVFUyTnlBME56VWdOVFkzSURRM01GRTFOamNnTkRZM0lEVXpOaUF6TXpsVU5UQXlJREl3TjFFMU1EQWdNakF3SURRNE1pQXlNREJJTkRjd1VUUTJNeUF5TURZZ05EWXpJREl4TWxFME5qTWdNakUxSURRMk9DQXlNelJVTkRjeklESTNORkUwTnpNZ016QXpJRFExTXlBek1UQlVNelkwSURNeE4wZ3pNRGxNTWpjM0lERTVNRkV5TkRVZ05qWWdNalExSURZd1VUSTBOU0EwTmlBek16UWdORFpJTXpVNVVUTTJOU0EwTUNBek5qVWdNemxVTXpZeklERTVVVE0xT1NBMklETTFNeUF3U0RNek5sRXlPVFVnTWlBeE9EVWdNbEV4TWpBZ01pQTROaUF5VkRRNElERmFJaTgrUEhCaGRHZ2dhV1E5SWsxS1dDMHlMVlJGV0MxT0xUVXpJaUJrUFNKTk5UVWdOVEEzVVRVMUlEVTVNQ0F4TVRJZ05qUTNWREkwTXlBM01EUklNalUzVVRNME1pQTNNRFFnTkRBMUlEWTBNVXcwTWpZZ05qY3lVVFF6TVNBMk56a2dORE0ySURZNE4xUTBORFlnTnpBd1REUTBPU0EzTURSUk5EVXdJRGN3TkNBME5UTWdOekEwVkRRMU9TQTNNRFZJTkRZelVUUTJOaUEzTURVZ05EY3lJRFk1T1ZZME5qSk1ORFkySURRMU5rZzBORGhSTkRNM0lEUTFOaUEwTXpVZ05EVTVWRFF6TUNBME56bFJOREV6SURZd05TQXpNamtnTmpRMlVUSTVNaUEyTmpJZ01qVTBJRFkyTWxFeU1ERWdOall5SURFMk9DQTJNalpVTVRNMUlEVTBNbEV4TXpVZ05UQTRJREUxTWlBME9EQlVNakF3SURRek5WRXlNVEFnTkRNeElESTROaUEwTVRKVU16Y3dJRE00T1ZFME1qY2dNelkzSURRMk15QXpNVFJVTlRBd0lERTVNVkUxTURBZ01URXdJRFEwT0NBME5WUXpNREVnTFRJeFVUSTBOU0F0TWpFZ01qQXhJQzAwVkRFME1DQXlOMHd4TWpJZ05ERlJNVEU0SURNMklERXdOeUF5TVZRNE55QXROMVEzT0NBdE1qRlJOellnTFRJeUlEWTRJQzB5TWtnMk5GRTJNU0F0TWpJZ05UVWdMVEUyVmpFd01WRTFOU0F5TWpBZ05UWWdNakl5VVRVNElESXlOeUEzTmlBeU1qZElPRGxST1RVZ01qSXhJRGsxSURJeE5GRTVOU0F4T0RJZ01UQTFJREUxTVZReE16a2dPVEJVTWpBMUlEUXlWRE13TlNBeU5GRXpOVElnTWpRZ016ZzJJRFl5VkRReU1DQXhOVFZSTkRJd0lERTVPQ0F6T1RnZ01qTXpWRE0wTUNBeU9ERlJNamcwSURJNU5TQXlOallnTXpBd1VUSTJNU0F6TURFZ01qTTVJRE13TmxReU1EWWdNekUwVkRFM05DQXpNalZVTVRReElETTBNMVF4TVRJZ016WTNWRGcxSURRd01sRTFOU0EwTlRFZ05UVWdOVEEzV2lJdlBqeHdZWFJvSUdsa1BTSk5TbGd0TWkxVVJWZ3RUaTAwTmlJZ1pEMGlUVEV5T0NBMk1UbFJNVEl4SURZeU5pQXhNVGNnTmpJNFZERXdNU0EyTXpGVU5UZ2dOak0wU0RJMVZqWTRNRWcxT0RKV05qYzJVVFU0TkNBMk56QWdOVGsySURVMk1GUTJNVEFnTkRRMFZqUTBNRWcxTnpCV05EUTBVVFUyTXlBME9UTWdOVFl4SURVd01WRTFOVFVnTlRNNElEVTBNeUExTmpOVU5URTJJRFl3TVZRME56Y2dOakl5VkRRek1TQTJNekZVTXpjMElEWXpNMGd6TXpSSU1qZzJVVEkxTWlBMk16TWdNalEwSURZek1WUXlNek1nTmpJeFVUSXpNaUEyTVRrZ01qTXlJRFE1TUZZek5qTklNamcwVVRJNE55QXpOak1nTXpBeklETTJNMVF6TWpjZ016WTBWRE0wT1NBek5qZFVNemN5SURNM00xUXpPRGtnTXpnMVVUUXdOeUEwTURNZ05ERXdJRFExT1ZZME9EQklORFV3VmpJd01FZzBNVEJXTWpJeFVUUXdOeUF5TnpZZ016ZzVJREk1TmxFek9ERWdNekF6SURNM01TQXpNRGRVTXpRNElETXhNMVF6TWpjZ016RTJWRE13TXlBek1UZFVNamcwSURNeE4wZ3lNekpXTVRnNVRESXpNeUEyTVZFeU5EQWdOVFFnTWpRMUlEVXlWREkzTUNBME9GUXpNek1nTkRaSU16WXdWakJJTXpRNFVUTXlOQ0F6SURFNE1pQXpVVFV4SURNZ016WWdNRWd5TlZZME5rZzFPRkV4TURBZ05EY2dNVEE1SURRNVZERXlPQ0EyTVZZMk1UbGFJaTgrUEM5a1pXWnpQanhuSUhOMGNtOXJaVDBpWTNWeWNtVnVkRU52Ykc5eUlpQm1hV3hzUFNKamRYSnlaVzUwUTI5c2IzSWlJSE4wY205clpTMTNhV1IwYUQwaU1DSWdkSEpoYm5ObWIzSnRQU0p6WTJGc1pTZ3hMQzB4S1NJK1BHY2daR0YwWVMxdGJXd3RibTlrWlQwaWJXRjBhQ0krUEdjZ1pHRjBZUzF0Yld3dGJtOWtaVDBpYlhOMVlpSStQR2NnWkdGMFlTMXRiV3d0Ym05a1pUMGliV2tpUGp4MWMyVWdaR0YwWVMxalBTSXhSRFF6T1NJZ2VHeHBibXM2YUhKbFpqMGlJMDFLV0MweUxWUkZXQzFKTFRGRU5ETTVJaTgrUEM5blBqeG5JR1JoZEdFdGJXMXNMVzV2WkdVOUlsUmxXRUYwYjIwaUlIUnlZVzV6Wm05eWJUMGlkSEpoYm5Oc1lYUmxLRFkzTml3dE1UVXdLU0J6WTJGc1pTZ3dMamN3TnlraUlHUmhkR0V0YldwNExYUmxlR05zWVhOelBTSlBVa1FpUGp4bklHUmhkR0V0Ylcxc0xXNXZaR1U5SW0xMFpYaDBJajQ4ZFhObElHUmhkR0V0WXowaU5UTWlJSGhzYVc1ck9taHlaV1k5SWlOTlNsZ3RNaTFVUlZndFRpMDFNeUl2UGp4MWMyVWdaR0YwWVMxalBTSTBOaUlnZUd4cGJtczZhSEpsWmowaUkwMUtXQzB5TFZSRldDMU9MVFEySWlCMGNtRnVjMlp2Y20wOUluUnlZVzV6YkdGMFpTZzFOVFlzTUNraUx6NDhkWE5sSUdSaGRHRXRZejBpTlRNaUlIaHNhVzVyT21oeVpXWTlJaU5OU2xndE1pMVVSVmd0VGkwMU15SWdkSEpoYm5ObWIzSnRQU0owY21GdWMyeGhkR1VvTVRJd09Td3dLU0l2UGp3dlp6NDhMMmMrUEM5blBqd3ZaejQ4TDJjK1BDOXpkbWMrIiwKCSJSZWFsVmlld1NpemVKc29uIiA6ICJ7XCJoZWlnaHRcIjoyOTgsXCJ3aWR0aFwiOjY5Nn0iCn0K"/>
    </extobj>
    <extobj name="2384804F-3998-4D57-9195-F3826E402611-15">
      <extobjdata type="2384804F-3998-4D57-9195-F3826E402611" data="ewoJIkltZ1NldHRpbmdKc29uIiA6ICJ7XCJoZWlnaHRcIjoxNS4xNzg1NzE0Mjg1NzE0MjcsXCJ3aWR0aFwiOjQ5Ljk5OTk5OTk5OTk5OTk5fSIsCgkiTGF0ZXgiIDogIkZfe1xcdGV4dHtNaURhU319IiwKCSJMYXRleEltZ0Jhc2U2NCIgOiAiUEhOMlp5QjRiV3h1Y3owaWFIUjBjRG92TDNkM2R5NTNNeTV2Y21jdk1qQXdNQzl6ZG1jaUlIZHBaSFJvUFNJMkxqUTJObVY0SWlCb1pXbG5hSFE5SWpFdU9URXpaWGdpSUhKdmJHVTlJbWx0WnlJZ1ptOWpkWE5oWW14bFBTSm1ZV3h6WlNJZ2RtbGxkMEp2ZUQwaU1DQXROamd3SURJNE5UY3VPU0E0TkRVdU5pSWdlRzFzYm5NNmVHeHBibXM5SW1oMGRIQTZMeTkzZDNjdWR6TXViM0puTHpFNU9Ua3ZlR3hwYm1zaUlHRnlhV0V0YUdsa1pHVnVQU0owY25WbElpQnpkSGxzWlQwaWRtVnlkR2xqWVd3dFlXeHBaMjQ2SUMwd0xqTTNOV1Y0T3lCdFlYZ3RkMmxrZEdnNklEazRKVHNpUGp4a1pXWnpQanh3WVhSb0lHbGtQU0pOU2xndE1pMVVSVmd0U1MweFJEUXpPU0lnWkQwaVRUUTRJREZSTXpFZ01TQXpNU0F4TVZFek1TQXhNeUF6TkNBeU5WRXpPQ0EwTVNBME1pQTBNMVEyTlNBME5sRTVNaUEwTmlBeE1qVWdORGxSTVRNNUlEVXlJREUwTkNBMk1WRXhORFlnTmpZZ01qRTFJRE0wTWxReU9EVWdOakl5VVRJNE5TQTJNamtnTWpneElEWXlPVkV5TnpNZ05qTXlJREl5T0NBMk16UklNVGszVVRFNU1TQTJOREFnTVRreElEWTBNbFF4T1RNZ05qVTVVVEU1TnlBMk56WWdNakF6SURZNE1FZzNOREpSTnpRNUlEWTNOaUEzTkRrZ05qWTVVVGMwT1NBMk5qUWdOek0ySURVMU4xUTNNaklnTkRRM1VUY3lNQ0EwTkRBZ056QXlJRFEwTUVnMk9UQlJOamd6SURRME5TQTJPRE1nTkRVelVUWTRNeUEwTlRRZ05qZzJJRFEzTjFRMk9Ea2dOVE13VVRZNE9TQTFOakFnTmpneUlEVTNPVlEyTmpNZ05qRXdWRFl5TmlBMk1qWlVOVGMxSURZek0xUTFNRE1nTmpNMFNEUTRNRkV6T1RnZ05qTXpJRE01TXlBMk16RlJNemc0SURZeU9TQXpPRFlnTmpJelVUTTROU0EyTWpJZ016VXlJRFE1TWt3ek1qQWdNell6U0RNM05WRXpOemdnTXpZeklETTVPQ0F6TmpOVU5ESTJJRE0yTkZRME5EZ2dNelkzVkRRM01pQXpOelJVTkRnNUlETTRObEUxTURJZ016azRJRFV4TVNBME1UbFVOVEkwSURRMU4xUTFNamtnTkRjMVVUVXpNaUEwT0RBZ05UUTRJRFE0TUVnMU5qQlJOVFkzSURRM05TQTFOamNnTkRjd1VUVTJOeUEwTmpjZ05UTTJJRE16T1ZRMU1ESWdNakEzVVRVd01DQXlNREFnTkRneUlESXdNRWcwTnpCUk5EWXpJREl3TmlBME5qTWdNakV5VVRRMk15QXlNVFVnTkRZNElESXpORlEwTnpNZ01qYzBVVFEzTXlBek1ETWdORFV6SURNeE1GUXpOalFnTXpFM1NETXdPVXd5TnpjZ01Ua3dVVEkwTlNBMk5pQXlORFVnTmpCUk1qUTFJRFEySURNek5DQTBOa2d6TlRsUk16WTFJRFF3SURNMk5TQXpPVlF6TmpNZ01UbFJNelU1SURZZ016VXpJREJJTXpNMlVUSTVOU0F5SURFNE5TQXlVVEV5TUNBeUlEZzJJREpVTkRnZ01Wb2lMejQ4Y0dGMGFDQnBaRDBpVFVwWUxUSXRWRVZZTFU0dE5FUWlJR1E5SWsweE16SWdOakl5VVRFeU5TQTJNamtnTVRJeElEWXpNVlF4TURVZ05qTTBWRFl5SURZek4wZ3lPVlkyT0ROSU1UTTFVVEl5TVNBMk9ETWdNak15SURZNE1sUXlORGtnTmpjMVVUSTFNQ0EyTnpRZ016VTBJRE01T0V3ME5UZ2dNVEkwVERVMk1pQXpPVGhSTmpZMklEWTNOQ0EyTmpnZ05qYzFVVFkzTVNBMk9ERWdOamd6SURZNE1sUTNPREVnTmpnelNEZzROMVkyTXpkSU9EVTBVVGd4TkNBMk16WWdPREF6SURZek5GUTNPRFVnTmpJeVZqWXhVVGM1TVNBMU1TQTRNRElnTkRsVU9EVTBJRFEyU0RnNE4xWXdTRGczTmxFNE5UVWdNeUEzTXpZZ00xRTJNRFVnTXlBMU9UWWdNRWcxT0RWV05EWklOakU0VVRZMk1DQTBOeUEyTmprZ05EbFVOamc0SURZeFZqTTBOMUUyT0RnZ05ESTBJRFk0T0NBME5qRlVOamc0SURVME5sUTJPRGdnTmpFelREWTROeUEyTXpKUk5EVTBJREUwSURRMU1DQTNVVFEwTmlBeElEUXpNQ0F4VkRReE1DQTNVVFF3T1NBNUlESTVNaUF6TVRaTU1UYzJJRFl5TkZZMk1EWlJNVGMxSURVNE9DQXhOelVnTlRRelZERTNOU0EwTmpOVU1UYzFJRE0xTmt3eE56WWdPRFpSTVRnM0lEVXdJREkyTVNBME5rZ3lOemhXTUVneU5qbFJNalUwSURNZ01UVTBJRE5STlRJZ015QXpOeUF3U0RJNVZqUTJTRFEyVVRjNElEUTRJRGs0SURVMlZERXlNaUEyT1ZReE16SWdPRFpXTmpJeVdpSXZQanh3WVhSb0lHbGtQU0pOU2xndE1pMVVSVmd0VGkwMk9TSWdaRDBpVFRZNUlEWXdPVkUyT1NBMk16Y2dPRGNnTmpVelZERXpNU0EyTmpsUk1UVTBJRFkyTnlBeE56RWdOalV5VkRFNE9DQTJNRGxSTVRnNElEVTNPU0F4TnpFZ05UWTBWREV5T1NBMU5EbFJNVEEwSURVME9TQTROeUExTmpSVU5qa2dOakE1V2sweU5EY2dNRkV5TXpJZ015QXhORE1nTTFFeE16SWdNeUF4TURZZ00xUTFOaUF4VERNMElEQklNalpXTkRaSU5ESlJOekFnTkRZZ09URWdORGxSTVRBd0lEVXpJREV3TWlBMk1GUXhNRFFnTVRBeVZqSXdOVll5T1ROUk1UQTBJRE0wTlNBeE1ESWdNelU1VkRnNElETTNPRkUzTkNBek9EVWdOREVnTXpnMVNETXdWalF3T0ZFek1DQTBNekVnTXpJZ05ETXhURFF5SURRek1sRTFNaUEwTXpNZ056QWdORE0wVkRFd05pQTBNelpSTVRJeklEUXpOeUF4TkRJZ05ETTRWREUzTVNBME5ERlVNVGd5SURRME1rZ3hPRFZXTmpKUk1Ua3dJRFV5SURFNU55QTFNRlF5TXpJZ05EWklNalUxVmpCSU1qUTNXaUl2UGp4d1lYUm9JR2xrUFNKTlNsZ3RNaTFVUlZndFRpMDBOQ0lnWkQwaVRURXpNQ0EyTWpKUk1USXpJRFl5T1NBeE1Ua2dOak14VkRFd015QTJNelJVTmpBZ05qTTNTREkzVmpZNE0wZ3lNamhSTXprNUlEWTRNaUEwTVRrZ05qZ3lWRFEyTVNBMk56WlJOVEEwSURZMk55QTFORFlnTmpReFZEWXlOaUExTnpOVU5qZzFJRFEzTUZRM01EZ2dNek0yVVRjd09DQXlNVEFnTmpNMElERXhObFEwTkRJZ00xRTBNamtnTVNBeU1qZ2dNRWd5TjFZME5rZzJNRkV4TURJZ05EY2dNVEV4SURRNVZERXpNQ0EyTVZZMk1qSmFUVFU1TXlBek16aFJOVGt6SURRek9TQTFOekVnTlRBeFZEUTVNeUEyTURKUk5ETTVJRFl6TnlBek5UVWdOak0zU0RNeU1rZ3lPVFJSTWpNNElEWXpOeUF5TXpRZ05qSTRVVEl6TVNBMk1qUWdNak14SURNME5GRXlNekVnTmpJZ01qTXlJRFU1VVRJek15QTBPU0F5TkRnZ05EaFVNek01SURRMlNETTFNRkUwTlRZZ05EWWdOVEUxSURrMVVUVTJNU0F4TXpNZ05UYzNJREU1TVZRMU9UTWdNek00V2lJdlBqeHdZWFJvSUdsa1BTSk5TbGd0TWkxVVJWZ3RUaTAyTVNJZ1pEMGlUVEV6TnlBek1EVlVNVEUxSURNd05WUTNPQ0F6TWpCVU5qTWdNelU1VVRZeklETTVOQ0E1TnlBME1qRlVNakU0SURRME9GRXlPVEVnTkRRNElETXpOaUEwTVRaVU16azJJRE0wTUZFME1ERWdNekkySURRd01TQXpNRGxVTkRBeUlERTVORll4TWpSUk5EQXlJRGMySURRd055QTFPRlEwTWpnZ05EQlJORFF6SURRd0lEUTBPQ0ExTmxRME5UTWdNVEE1VmpFME5VZzBPVE5XTVRBMlVUUTVNaUEyTmlBME9UQWdOVGxSTkRneElESTVJRFExTlNBeE1sUTBNREFnTFRaVU16VXpJREV5VkRNeU9TQTFORlkxT0V3ek1qY2dOVFZSTXpJMUlEVXlJRE15TWlBME9WUXpNVFFnTkRCVU16QXlJREk1VkRJNE55QXhOMVF5TmprZ05sUXlORGNnTFRKVU1qSXhJQzA0VkRFNU1DQXRNVEZSTVRNd0lDMHhNU0E0TWlBeU1GUXpOQ0F4TURkUk16UWdNVEk0SURReElERTBOMVEyT0NBeE9EaFVNVEUySURJeU5WUXhPVFFnTWpVelZETXdOQ0F5TmpoSU16RTRWakk1TUZFek1UZ2dNekkwSURNeE1pQXpOREJSTWprd0lEUXhNU0F5TVRVZ05ERXhVVEU1TnlBME1URWdNVGd4SURReE1GUXhOVFlnTkRBMlZERTBPQ0EwTUROUk1UY3dJRE00T0NBeE56QWdNelU1VVRFM01DQXpNelFnTVRVMElETXlNRnBOTVRJMklERXdObEV4TWpZZ056VWdNVFV3SURVeFZESXdPU0F5TmxFeU5EY2dNallnTWpjMklEUTVWRE14TlNBeE1EbFJNekUzSURFeE5pQXpNVGdnTVRjMVVUTXhPQ0F5TXpNZ016RTNJREl6TTFFek1Ea2dNak16SURJNU5pQXlNekpVTWpVeElESXlNMVF4T1RNZ01qQXpWREUwTnlBeE5qWlVNVEkySURFd05sb2lMejQ4Y0dGMGFDQnBaRDBpVFVwWUxUSXRWRVZZTFU0dE5UTWlJR1E5SWswMU5TQTFNRGRSTlRVZ05Ua3dJREV4TWlBMk5EZFVNalF6SURjd05FZ3lOVGRSTXpReUlEY3dOQ0EwTURVZ05qUXhURFF5TmlBMk56SlJORE14SURZM09TQTBNellnTmpnM1ZEUTBOaUEzTURCTU5EUTVJRGN3TkZFME5UQWdOekEwSURRMU15QTNNRFJVTkRVNUlEY3dOVWcwTmpOUk5EWTJJRGN3TlNBME56SWdOams1VmpRMk1rdzBOallnTkRVMlNEUTBPRkUwTXpjZ05EVTJJRFF6TlNBME5UbFVORE13SURRM09WRTBNVE1nTmpBMUlETXlPU0EyTkRaUk1qa3lJRFkyTWlBeU5UUWdOall5VVRJd01TQTJOaklnTVRZNElEWXlObFF4TXpVZ05UUXlVVEV6TlNBMU1EZ2dNVFV5SURRNE1GUXlNREFnTkRNMVVUSXhNQ0EwTXpFZ01qZzJJRFF4TWxRek56QWdNemc1VVRReU55QXpOamNnTkRZeklETXhORlExTURBZ01Ua3hVVFV3TUNBeE1UQWdORFE0SURRMVZETXdNU0F0TWpGUk1qUTFJQzB5TVNBeU1ERWdMVFJVTVRRd0lESTNUREV5TWlBME1WRXhNVGdnTXpZZ01UQTNJREl4VkRnM0lDMDNWRGM0SUMweU1WRTNOaUF0TWpJZ05qZ2dMVEl5U0RZMFVUWXhJQzB5TWlBMU5TQXRNVFpXTVRBeFVUVTFJREl5TUNBMU5pQXlNakpSTlRnZ01qSTNJRGMySURJeU4wZzRPVkU1TlNBeU1qRWdPVFVnTWpFMFVUazFJREU0TWlBeE1EVWdNVFV4VkRFek9TQTVNRlF5TURVZ05ESlVNekExSURJMFVUTTFNaUF5TkNBek9EWWdOakpVTkRJd0lERTFOVkUwTWpBZ01UazRJRE01T0NBeU16TlVNelF3SURJNE1WRXlPRFFnTWprMUlESTJOaUF6TURCUk1qWXhJRE13TVNBeU16a2dNekEyVkRJd05pQXpNVFJVTVRjMElETXlOVlF4TkRFZ016UXpWREV4TWlBek5qZFVPRFVnTkRBeVVUVTFJRFExTVNBMU5TQTFNRGRhSWk4K1BDOWtaV1p6UGp4bklITjBjbTlyWlQwaVkzVnljbVZ1ZEVOdmJHOXlJaUJtYVd4c1BTSmpkWEp5Wlc1MFEyOXNiM0lpSUhOMGNtOXJaUzEzYVdSMGFEMGlNQ0lnZEhKaGJuTm1iM0p0UFNKelkyRnNaU2d4TEMweEtTSStQR2NnWkdGMFlTMXRiV3d0Ym05a1pUMGliV0YwYUNJK1BHY2daR0YwWVMxdGJXd3RibTlrWlQwaWJYTjFZaUkrUEdjZ1pHRjBZUzF0Yld3dGJtOWtaVDBpYldraVBqeDFjMlVnWkdGMFlTMWpQU0l4UkRRek9TSWdlR3hwYm1zNmFISmxaajBpSTAxS1dDMHlMVlJGV0MxSkxURkVORE01SWk4K1BDOW5QanhuSUdSaGRHRXRiVzFzTFc1dlpHVTlJbFJsV0VGMGIyMGlJSFJ5WVc1elptOXliVDBpZEhKaGJuTnNZWFJsS0RZM05pd3RNVFV3S1NCelkyRnNaU2d3TGpjd055a2lJR1JoZEdFdGJXcDRMWFJsZUdOc1lYTnpQU0pQVWtRaVBqeG5JR1JoZEdFdGJXMXNMVzV2WkdVOUltMTBaWGgwSWo0OGRYTmxJR1JoZEdFdFl6MGlORVFpSUhoc2FXNXJPbWh5WldZOUlpTk5TbGd0TWkxVVJWZ3RUaTAwUkNJdlBqeDFjMlVnWkdGMFlTMWpQU0kyT1NJZ2VHeHBibXM2YUhKbFpqMGlJMDFLV0MweUxWUkZXQzFPTFRZNUlpQjBjbUZ1YzJadmNtMDlJblJ5WVc1emJHRjBaU2c1TVRjc01Da2lMejQ4ZFhObElHUmhkR0V0WXowaU5EUWlJSGhzYVc1ck9taHlaV1k5SWlOTlNsZ3RNaTFVUlZndFRpMDBOQ0lnZEhKaGJuTm1iM0p0UFNKMGNtRnVjMnhoZEdVb01URTVOU3d3S1NJdlBqeDFjMlVnWkdGMFlTMWpQU0kyTVNJZ2VHeHBibXM2YUhKbFpqMGlJMDFLV0MweUxWUkZXQzFPTFRZeElpQjBjbUZ1YzJadmNtMDlJblJ5WVc1emJHRjBaU2d4T1RVNUxEQXBJaTgrUEhWelpTQmtZWFJoTFdNOUlqVXpJaUI0YkdsdWF6cG9jbVZtUFNJalRVcFlMVEl0VkVWWUxVNHROVE1pSUhSeVlXNXpabTl5YlQwaWRISmhibk5zWVhSbEtESTBOVGtzTUNraUx6NDhMMmMrUEM5blBqd3ZaejQ4TDJjK1BDOW5Qand2YzNablBnPT0iLAoJIlJlYWxWaWV3U2l6ZUpzb24iIDogIntcImhlaWdodFwiOjI5NixcIndpZHRoXCI6MTAwMH0iCn0K"/>
    </extobj>
    <extobj name="2384804F-3998-4D57-9195-F3826E402611-16">
      <extobjdata type="2384804F-3998-4D57-9195-F3826E402611" data="ewoJIkltZ1NldHRpbmdKc29uIiA6ICJ7XCJoZWlnaHRcIjo2NC4yODU3MTQyODU3MTQyOCxcIndpZHRoXCI6MjQxLjA3MTQyODU3MTQyODU2fSIsCgkiTGF0ZXgiIDogIlxcdGV4dHtSTVNFfSA9IFxcc3FydHtcXGZyYWN7MX17bn0gXFxzdW1fe2k9MX1ee259IChkX3tpfV57XFx0ZXh0e2NhbGN9fSAtIGRfe2l9XntcXHRleHR7Z3R9fSleMn0sIiwKCSJMYXRleEltZ0Jhc2U2NCIgOiAiUEhOMlp5QjRiV3h1Y3owaWFIUjBjRG92TDNkM2R5NTNNeTV2Y21jdk1qQXdNQzl6ZG1jaUlIZHBaSFJvUFNJek1DNDVaWGdpSUdobGFXZG9kRDBpT0M0eU9ERmxlQ0lnY205c1pUMGlhVzFuSWlCbWIyTjFjMkZpYkdVOUltWmhiSE5sSWlCMmFXVjNRbTk0UFNJd0lDMHlNVE16TGpZZ01UTTJOVGN1T1NBek5qWXdJaUI0Yld4dWN6cDRiR2x1YXowaWFIUjBjRG92TDNkM2R5NTNNeTV2Y21jdk1UazVPUzk0YkdsdWF5SWdZWEpwWVMxb2FXUmtaVzQ5SW5SeWRXVWlJSE4wZVd4bFBTSjJaWEowYVdOaGJDMWhiR2xuYmpvZ0xUTXVORFV6WlhnN0lHMWhlQzEzYVdSMGFEb2dPVGdsT3lJK1BHUmxabk0rUEhCaGRHZ2dhV1E5SWsxS1dDMDFNaTFVUlZndFRpMDFNaUlnWkQwaVRURXpNQ0EyTWpKUk1USXpJRFl5T1NBeE1Ua2dOak14VkRFd015QTJNelJVTmpBZ05qTTNTREkzVmpZNE0wZ3lNREpJTWpNMlNETXdNRkV6TnpZZ05qZ3pJRFF4TnlBMk56ZFVOVEF3SURZME9GRTFPVFVnTmpBd0lEWXdPU0ExTVRkUk5qRXdJRFV4TWlBMk1UQWdOVEF4VVRZeE1DQTBOamdnTlRrMElEUXpPVlExTlRZZ016a3lWRFV4TVNBek5qRlVORGN5SURNME0wdzBOVFlnTXpNNFVUUTFPU0F6TXpVZ05EWTNJRE16TWxFME9UY2dNekUySURVeE5pQXlPVGhVTlRRMUlESTFORlExTlRrZ01qRXhWRFUyT0NBeE5UVlVOVGM0SURrMFVUVTRPQ0EwTmlBMk1ESWdNekZVTmpRd0lERTJTRFkwTlZFMk5qQWdNVFlnTmpjMElETXlWRFk1TWlBNE4xRTJPVElnT1RnZ05qazJJREV3TVZRM01USWdNVEExVkRjeU9DQXhNRE5VTnpNeUlEa3dVVGN6TWlBMU9TQTNNVFlnTWpkVU5qY3lJQzB4TmxFMk5UWWdMVEl5SURZek1DQXRNakpSTkRneElDMHhOaUEwTlRnZ09UQlJORFUySURFd01TQTBOVFlnTVRZelZEUTBPU0F5TkRaUk5ETXdJRE13TkNBek56TWdNekl3VERNMk15QXpNakpNTWprM0lETXlNMGd5TXpGV01Ua3lUREl6TWlBMk1WRXlNemdnTlRFZ01qUTVJRFE1VkRNd01TQTBOa2d6TXpSV01FZ3pNak5STXpBeUlETWdNVGd4SUROUk5Ua2dNeUF6T0NBd1NESTNWalEyU0RZd1VURXdNaUEwTnlBeE1URWdORGxVTVRNd0lEWXhWall5TWxwTk5Ea3hJRFE1T1ZZMU1EbFJORGt4SURVeU55QTBPVEFnTlRNNVZEUTRNU0ExTnpCVU5EWXlJRFl3TVZRME1qUWdOakl6VkRNMk1pQTJNelpSTXpZd0lEWXpOaUF6TkRBZ05qTTJWRE13TkNBMk16ZElNamd6VVRJek9DQTJNemNnTWpNMElEWXlPRkV5TXpFZ05qSTBJREl6TVNBME9USldNell3U0RJNE9WRXpPVEFnTXpZd0lEUXpOQ0F6TnpoVU5EZzVJRFExTmxFME9URWdORFkzSURRNU1TQTBPVGxhSWk4K1BIQmhkR2dnYVdROUlrMUtXQzAxTWkxVVJWZ3RUaTAwUkNJZ1pEMGlUVEV6TWlBMk1qSlJNVEkxSURZeU9TQXhNakVnTmpNeFZERXdOU0EyTXpSVU5qSWdOak0zU0RJNVZqWTRNMGd4TXpWUk1qSXhJRFk0TXlBeU16SWdOamd5VkRJME9TQTJOelZSTWpVd0lEWTNOQ0F6TlRRZ016azRURFExT0NBeE1qUk1OVFl5SURNNU9GRTJOallnTmpjMElEWTJPQ0EyTnpWUk5qY3hJRFk0TVNBMk9ETWdOamd5VkRjNE1TQTJPRE5JT0RnM1ZqWXpOMGc0TlRSUk9ERTBJRFl6TmlBNE1ETWdOak0wVkRjNE5TQTJNakpXTmpGUk56a3hJRFV4SURnd01pQTBPVlE0TlRRZ05EWklPRGczVmpCSU9EYzJVVGcxTlNBeklEY3pOaUF6VVRZd05TQXpJRFU1TmlBd1NEVTROVlkwTmtnMk1UaFJOall3SURRM0lEWTJPU0EwT1ZRMk9EZ2dOakZXTXpRM1VUWTRPQ0EwTWpRZ05qZzRJRFEyTVZRMk9EZ2dOVFEyVkRZNE9DQTJNVE5NTmpnM0lEWXpNbEUwTlRRZ01UUWdORFV3SURkUk5EUTJJREVnTkRNd0lERlVOREV3SURkUk5EQTVJRGtnTWpreUlETXhOa3d4TnpZZ05qSTBWall3TmxFeE56VWdOVGc0SURFM05TQTFORE5VTVRjMUlEUTJNMVF4TnpVZ016VTJUREUzTmlBNE5sRXhPRGNnTlRBZ01qWXhJRFEyU0RJM09GWXdTREkyT1ZFeU5UUWdNeUF4TlRRZ00xRTFNaUF6SURNM0lEQklNamxXTkRaSU5EWlJOemdnTkRnZ09UZ2dOVFpVTVRJeUlEWTVWREV6TWlBNE5sWTJNakphSWk4K1BIQmhkR2dnYVdROUlrMUtXQzAxTWkxVVJWZ3RUaTAxTXlJZ1pEMGlUVFUxSURVd04xRTFOU0ExT1RBZ01URXlJRFkwTjFReU5ETWdOekEwU0RJMU4xRXpORElnTnpBMElEUXdOU0EyTkRGTU5ESTJJRFkzTWxFME16RWdOamM1SURRek5pQTJPRGRVTkRRMklEY3dNRXcwTkRrZ056QTBVVFExTUNBM01EUWdORFV6SURjd05GUTBOVGtnTnpBMVNEUTJNMUUwTmpZZ056QTFJRFEzTWlBMk9UbFdORFl5VERRMk5pQTBOVFpJTkRRNFVUUXpOeUEwTlRZZ05ETTFJRFExT1ZRME16QWdORGM1VVRReE15QTJNRFVnTXpJNUlEWTBObEV5T1RJZ05qWXlJREkxTkNBMk5qSlJNakF4SURZMk1pQXhOamdnTmpJMlZERXpOU0ExTkRKUk1UTTFJRFV3T0NBeE5USWdORGd3VkRJd01DQTBNelZSTWpFd0lEUXpNU0F5T0RZZ05ERXlWRE0zTUNBek9EbFJOREkzSURNMk55QTBOak1nTXpFMFZEVXdNQ0F4T1RGUk5UQXdJREV4TUNBME5EZ2dORFZVTXpBeElDMHlNVkV5TkRVZ0xUSXhJREl3TVNBdE5GUXhOREFnTWpkTU1USXlJRFF4VVRFeE9DQXpOaUF4TURjZ01qRlVPRGNnTFRkVU56Z2dMVEl4VVRjMklDMHlNaUEyT0NBdE1qSklOalJSTmpFZ0xUSXlJRFUxSUMweE5sWXhNREZSTlRVZ01qSXdJRFUySURJeU1sRTFPQ0F5TWpjZ056WWdNakkzU0RnNVVUazFJREl5TVNBNU5TQXlNVFJST1RVZ01UZ3lJREV3TlNBeE5URlVNVE01SURrd1ZESXdOU0EwTWxRek1EVWdNalJSTXpVeUlESTBJRE00TmlBMk1sUTBNakFnTVRVMVVUUXlNQ0F4T1RnZ016azRJREl6TTFRek5EQWdNamd4VVRJNE5DQXlPVFVnTWpZMklETXdNRkV5TmpFZ016QXhJREl6T1NBek1EWlVNakEySURNeE5GUXhOelFnTXpJMVZERTBNU0F6TkROVU1URXlJRE0yTjFRNE5TQTBNREpSTlRVZ05EVXhJRFUxSURVd04xb2lMejQ4Y0dGMGFDQnBaRDBpVFVwWUxUVXlMVlJGV0MxT0xUUTFJaUJrUFNKTk1USTRJRFl4T1ZFeE1qRWdOakkySURFeE55QTJNamhVTVRBeElEWXpNVlExT0NBMk16UklNalZXTmpnd1NEVTVOMVkyTnpaUk5UazVJRFkzTUNBMk1URWdOVFl3VkRZeU5TQTBORFJXTkRRd1NEVTROVlkwTkRSUk5UZzBJRFEwTnlBMU9ESWdORFkxVVRVM09DQTFNREFnTlRjd0lEVXlObFExTlRNZ05UY3hWRFV5T0NBMk1ERlVORGs0SURZeE9WUTBOVGNnTmpJNVZEUXhNU0EyTXpOVU16VXpJRFl6TkZFeU5qWWdOak0wSURJMU1TQTJNek5VTWpNeklEWXlNbEV5TXpNZ05qSXlJREl6TXlBMk1qRlJNak15SURZeE9TQXlNeklnTkRrM1ZqTTNOa2d5T0RaUk16VTVJRE0zT0NBek56Y2dNemcxVVRReE15QTBNREVnTkRFMklEUTJPVkUwTVRZZ05EY3hJRFF4TmlBME56TldORGt6U0RRMU5sWXlNVE5JTkRFMlZqSXpNMUUwTVRVZ01qWTRJRFF3T0NBeU9EaFVNemd6SURNeE4xUXpORGtnTXpJNFZESTVOeUF6TXpCUk1qa3dJRE16TUNBeU9EWWdNek13U0RJek1sWXhPVFpXTVRFMFVUSXpNaUExTnlBeU16Y2dOVEpSTWpReklEUTNJREk0T1NBME4wZ3pOREJJTXpreFVUUXlPQ0EwTnlBME5USWdOVEJVTlRBMUlEWXlWRFUxTWlBNU1sUTFPRFFnTVRRMlVUVTVOQ0F4TnpJZ05UazVJREl3TUZRMk1EY2dNalEzVkRZeE1pQXlOekJXTWpjelNEWTFNbFl5TnpCUk5qVXhJREkyTnlBMk16SWdNVE0zVkRZeE1DQXpWakJJTWpWV05EWklOVGhSTVRBd0lEUTNJREV3T1NBME9WUXhNamdnTmpGV05qRTVXaUl2UGp4d1lYUm9JR2xrUFNKTlNsZ3ROVEl0VkVWWUxVNHRNMFFpSUdROUlrMDFOaUF6TkRkUk5UWWdNell3SURjd0lETTJOMGczTURkUk56SXlJRE0xT1NBM01qSWdNelEzVVRjeU1pQXpNellnTnpBNElETXlPRXd6T1RBZ016STNTRGN5VVRVMklETXpNaUExTmlBek5EZGFUVFUySURFMU0xRTFOaUF4TmpnZ056SWdNVGN6U0Rjd09GRTNNaklnTVRZeklEY3lNaUF4TlROUk56SXlJREUwTUNBM01EY2dNVE16U0Rjd1VUVTJJREUwTUNBMU5pQXhOVE5hSWk4K1BIQmhkR2dnYVdROUlrMUtXQzAxTWkxVVJWZ3RVelF0UlRBd01TSWdaRDBpVFRjd01pQTFPRGxSTnpBMklEWXdNU0EzTVRnZ05qQTFTREV3TmpGUk1UQTNOaUExT1RjZ01UQTNOaUExT0RWUk1UQTNOaUExTnpJZ01UQTJNU0ExTmpWSU56UXlWakJSTnpNMElDMHhOQ0EzTWpRZ0xURTBTRGN5TWtnM01qQlJOekE0SUMweE5DQTNNRElnTUZZMU9EbGFJaTgrUEhCaGRHZ2dhV1E5SWsxS1dDMDFNaTFVUlZndFV6UXRNak5DTnlJZ1pEMGlUVGMwTWlBdE9EY3hVVGMwTUNBdE9EY3pJRGN6TnlBdE9EYzJWRGN6TXlBdE9EZ3dWRGN6TUNBdE9EZ3lWRGN5TkNBdE9EZzBWRGN4TkNBdE9EZzFTRGN3TWt3eU1qSWdOVFk1VERFNE1DQTBPRFJSTVRNNElETTVPU0F4TXpjZ016azVVVEV6TVNBME1EUWdNVEkwSURReE1rd3hNVEVnTkRJMVRESTJOU0EzTXpaTU56QXlJQzAxT0RaV01UWTRURGN3TXlBNU1qSlJOekV6SURrek5TQTNNaklnT1RNMVVUY3pOQ0E1TXpVZ056UXlJRGt5TUZZdE9EY3hXaUl2UGp4d1lYUm9JR2xrUFNKTlNsZ3ROVEl0VkVWWUxWTTBMVVV3TURBaUlHUTlJazAzTWpJZ0xURTBTRGN5TUZFM01EZ2dMVEUwSURjd01pQXdWak13Tmt3M01ETWdOakV5VVRjeE15QTJNalVnTnpJeUlEWXlOVkUzTXpRZ05qSTFJRGMwTWlBMk1UQldNRkUzTXpRZ0xURTBJRGN5TkNBdE1UUklOekl5V2lJdlBqeHdZWFJvSUdsa1BTSk5TbGd0TlRJdFZFVllMVTR0TXpFaUlHUTlJazB5TVRNZ05UYzRUREl3TUNBMU56TlJNVGcySURVMk9DQXhOakFnTlRZelZERXdNaUExTlRaSU9ETldOakF5U0RFd01sRXhORGtnTmpBMElERTRPU0EyTVRkVU1qUTFJRFkwTVZReU56TWdOall6VVRJM05TQTJOallnTWpnMUlEWTJObEV5T1RRZ05qWTJJRE13TWlBMk5qQldNell4VERNd015QTJNVkV6TVRBZ05UUWdNekUxSURVeVZETXpPU0EwT0ZRME1ERWdORFpJTkRJM1ZqQklOREUyVVRNNU5TQXpJREkxTnlBelVURXlNU0F6SURFd01DQXdTRGc0VmpRMlNERXhORkV4TXpZZ05EWWdNVFV5SURRMlZERTNOeUEwTjFReE9UTWdOVEJVTWpBeElEVXlWREl3TnlBMU4xUXlNVE1nTmpGV05UYzRXaUl2UGp4d1lYUm9JR2xrUFNKTlNsZ3ROVEl0VkVWWUxVa3RNVVEwTlVJaUlHUTlJazB5TVNBeU9EZFJNaklnTWpreklESTBJRE13TTFRek5pQXpOREZVTlRZZ016ZzRWRGc1SURReU5WUXhNelVnTkRReVVURTNNU0EwTkRJZ01UazFJRFF5TkZReU1qVWdNemt3VkRJek1TQXpOamxSTWpNeElETTJOeUF5TXpJZ016WTNUREkwTXlBek56aFJNekEwSURRME1pQXpPRElnTkRReVVUUXpOaUEwTkRJZ05EWTVJRFF4TlZRMU1ETWdNek0yVkRRMk5TQXhOemxVTkRJM0lEVXlVVFF5TnlBeU5pQTBORFFnTWpaUk5EVXdJREkySURRMU15QXlOMUUwT0RJZ016SWdOVEExSURZMVZEVTBNQ0F4TkRWUk5UUXlJREUxTXlBMU5qQWdNVFV6VVRVNE1DQXhOVE1nTlRnd0lERTBOVkUxT0RBZ01UUTBJRFUzTmlBeE16QlJOVFk0SURFd01TQTFOVFFnTnpOVU5UQTRJREUzVkRRek9TQXRNVEJSTXpreUlDMHhNQ0F6TnpFZ01UZFVNelV3SURjelVUTTFNQ0E1TWlBek9EWWdNVGt6VkRReU15QXpORFZSTkRJeklEUXdOQ0F6TnprZ05EQTBTRE0zTkZFeU9EZ2dOREEwSURJeU9TQXpNRE5NTWpJeUlESTVNVXd4T0RrZ01UVTNVVEUxTmlBeU5pQXhOVEVnTVRaUk1UTTRJQzB4TVNBeE1EZ2dMVEV4VVRrMUlDMHhNU0E0TnlBdE5WUTNOaUEzVkRjMElERTNVVGMwSURNd0lERXhNaUF4T0RCVU1UVXlJRE0wTTFFeE5UTWdNelE0SURFMU15QXpOalpSTVRVeklEUXdOU0F4TWprZ05EQTFVVGt4SURRd05TQTJOaUF6TURWUk5qQWdNamcxSURZd0lESTRORkUxT0NBeU56Z2dOREVnTWpjNFNESTNVVEl4SURJNE5DQXlNU0F5T0RkYUlpOCtQSEJoZEdnZ2FXUTlJazFLV0MwMU1pMVVSVmd0VEU4dE1qSXhNU0lnWkQwaVRUWXdJRGswT0ZFMk15QTVOVEFnTmpZMUlEazFNRWd4TWpZM1RERXpNalVnT0RFMVVURXpPRFFnTmpjM0lERXpPRGdnTmpZNVNERXpORGhNTVRNME1TQTJPRE5STVRNeU1DQTNNalFnTVRJNE5TQTNOakZSTVRJek5TQTRNRGtnTVRFM05DQTRNemhVTVRBek15QTRPREZVT0RneUlEZzVPRlEyT1RrZ09UQXlTRFUzTkVnMU5ETklNalV4VERJMU9TQTRPVEZSTnpJeUlESTFPQ0EzTWpRZ01qVXlVVGN5TlNBeU5UQWdOekkwSURJME5sRTNNakVnTWpReklEUTJNQ0F0TlRaTU1UazJJQzB6TlRaUk1UazJJQzB6TlRjZ05EQTNJQzB6TlRkUk5EVTVJQzB6TlRjZ05UUTRJQzB6TlRkVU5qYzJJQzB6TlRoUk9ERXlJQzB6TlRnZ09EazJJQzB6TlROVU1UQTJNeUF0TXpNeVZERXlNRFFnTFRJNE0xUXhNekEzSUMweE9UWlJNVE15T0NBdE1UY3dJREV6TkRnZ0xURXlORWd4TXpnNFVURXpPRGdnTFRFeU5TQXhNemd4SUMweE5EVlVNVE0xTmlBdE1qRXdWREV6TWpVZ0xUSTVORXd4TWpZM0lDMDBORGxNTmpZMklDMDBOVEJSTmpRZ0xUUTFNQ0EyTVNBdE5EUTRVVFUxSUMwME5EWWdOVFVnTFRRek9WRTFOU0F0TkRNM0lEVTNJQzAwTXpOTU5Ua3dJREUzTjFFMU9UQWdNVGM0SURVMU55QXlNakpVTkRVeUlETTJObFF6TWpJZ05UUTBURFUySURrd09VdzFOU0E1TWpSUk5UVWdPVFExSURZd0lEazBPRm9pTHo0OGNHRjBhQ0JwWkQwaVRVcFlMVFV5TFZSRldDMUpMVEZFTkRVMklpQmtQU0pOTVRnMElEWXdNRkV4T0RRZ05qSTBJREl3TXlBMk5ESlVNalEzSURZMk1WRXlOalVnTmpZeElESTNOeUEyTkRsVU1qa3dJRFl4T1ZFeU9UQWdOVGsySURJM01DQTFOemRVTWpJMklEVTFOMUV5TVRFZ05UVTNJREU1T0NBMU5qZFVNVGcwSURZd01GcE5NakVnTWpnM1VUSXhJREk1TlNBek1DQXpNVGhVTlRRZ016WTVWRGs0SURReU1GUXhOVGdnTkRReVVURTVOeUEwTkRJZ01qSXpJRFF4T1ZReU5UQWdNelUzVVRJMU1DQXpOREFnTWpNMklETXdNVlF4T1RZZ01UazJWREUxTkNBNE0xRXhORGtnTmpFZ01UUTVJRFV4VVRFME9TQXlOaUF4TmpZZ01qWlJNVGMxSURJMklERTROU0F5T1ZReU1EZ2dORE5VTWpNMUlEYzRWREkyTUNBeE16ZFJNall6SURFME9TQXlOalVnTVRVeFZESTRNaUF4TlROUk16QXlJREUxTXlBek1ESWdNVFF6VVRNd01pQXhNelVnTWpreklERXhNbFF5TmpnZ05qRlVNakl6SURFeFZERTJNU0F0TVRGUk1USTVJQzB4TVNBeE1ESWdNVEJVTnpRZ056UlJOelFnT1RFZ056a2dNVEEyVkRFeU1pQXlNakJSTVRZd0lETXlNU0F4TmpZZ016UXhWREUzTXlBek9EQlJNVGN6SURRd05DQXhOVFlnTkRBMFNERTFORkV4TWpRZ05EQTBJRGs1SURNM01WUTJNU0F5T0RkUk5qQWdNamcySURVNUlESTRORlExT0NBeU9ERlVOVFlnTWpjNVZEVXpJREkzT0ZRME9TQXlOemhVTkRFZ01qYzRTREkzVVRJeElESTROQ0F5TVNBeU9EZGFJaTgrUEhCaGRHZ2dhV1E5SWsxS1dDMDF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5USXRWRVZZTFVrdE1VUTBOVEVpSUdROUlrMHpOallnTmpnelVUTTJOeUEyT0RNZ05ETTRJRFk0T0ZRMU1URWdOamswVVRVeU15QTJPVFFnTlRJeklEWTRObEUxTWpNZ05qYzVJRFExTUNBek9EUlVNemMxSURnelZETTNOQ0EyT0ZFek56UWdNallnTkRBeUlESTJVVFF4TVNBeU55QTBNaklnTXpWUk5EUXpJRFUxSURRMk15QXhNekZSTkRZNUlERTFNU0EwTnpNZ01UVXlVVFEzTlNBeE5UTWdORGd6SURFMU0wZzBPRGRJTkRreFVUVXdOaUF4TlRNZ05UQTJJREUwTlZFMU1EWWdNVFF3SURVd015QXhNamxSTkRrd0lEYzVJRFEzTXlBME9GUTBORFVnT0ZRME1UY2dMVGhSTkRBNUlDMHhNQ0F6T1RNZ0xURXdVVE0xT1NBdE1UQWdNek0ySURWVU16QTJJRE0yVERNd01DQTFNVkV5T1RrZ05USWdNamsySURVd1VUSTVOQ0EwT0NBeU9USWdORFpSTWpNeklDMHhNQ0F4TnpJZ0xURXdVVEV4TnlBdE1UQWdOelVnTXpCVU16TWdNVFUzVVRNeklESXdOU0ExTXlBeU5UVlVNVEF4SURNME1WRXhORGdnTXprNElERTVOU0EwTWpCVU1qZ3dJRFEwTWxFek16WWdORFF5SURNMk5DQTBNREJSTXpZNUlETTVOQ0F6TmprZ016azJVVE0zTUNBME1EQWdNemsySURVd05WUTBNalFnTmpFMlVUUXlOQ0EyTWprZ05ERTNJRFl6TWxRek56Z2dOak0zU0RNMU4xRXpOVEVnTmpReklETTFNU0EyTkRWVU16VXpJRFkyTkZFek5UZ2dOamd6SURNMk5pQTJPRE5hVFRNMU1pQXpNalpSTXpJNUlEUXdOU0F5TnpjZ05EQTFVVEkwTWlBME1EVWdNakV3SURNM05GUXhOakFnTWprelVURXpNU0F5TVRRZ01URTVJREV5T1ZFeE1Ua2dNVEkySURFeE9TQXhNVGhVTVRFNElERXdObEV4TVRnZ05qRWdNVE0ySURRMFZERTNPU0F5TmxFeU16TWdNallnTWprd0lEazRUREk1T0NBeE1EbE1NelV5SURNeU5sb2lMejQ4Y0dGMGFDQnBaRDBpVFVwWUxUVXlMVlJGV0MxT0xUWXpJaUJrUFNKTk16Y3dJRE13TlZRek5Ea2dNekExVkRNeE15QXpNakJVTWprM0lETTFPRkV5T1RjZ016Z3hJRE14TWlBek9UWlJNekUzSURRd01TQXpNVGNnTkRBeVZETXdOeUEwTURSUk1qZ3hJRFF3T0NBeU5UZ2dOREE0VVRJd09TQTBNRGdnTVRjNElETTNObEV4TXpFZ016STVJREV6TVNBeU1UbFJNVE14SURFek55QXhOaklnT1RCUk1qQXpJREk1SURJM01pQXlPVkV6TVRNZ01qa2dNek00SURVMVZETTNOQ0F4TVRkUk16YzJJREV5TlNBek56a2dNVEkzVkRNNU5TQXhNamxJTkRBNVVUUXhOU0F4TWpNZ05ERTFJREV5TUZFME1UVWdNVEUySURReE1TQXhNRFJVTXprMUlEY3hWRE0yTmlBek0xUXpNVGdnTWxReU5Ea2dMVEV4VVRFMk15QXRNVEVnT1RrZ05UTlVNelFnTWpFMFVUTTBJRE14T0NBNU9TQXpPRE5VTWpVd0lEUTBPRlF6TnpBZ05ESXhWRFF3TkNBek5UZFJOREEwSURNek5DQXpPRGNnTXpJd1dpSXZQanh3WVhSb0lHbGtQU0pOU2xndE5USXRWRVZZTFU0dE5qRWlJR1E5SWsweE16Y2dNekExVkRFeE5TQXpNRFZVTnpnZ016SXdWRFl6SURNMU9WRTJNeUF6T1RRZ09UY2dOREl4VkRJeE9DQTBORGhSTWpreElEUTBPQ0F6TXpZZ05ERTJWRE01TmlBek5EQlJOREF4SURNeU5pQTBNREVnTXpBNVZEUXdNaUF4T1RSV01USTBVVFF3TWlBM05pQTBNRGNnTlRoVU5ESTRJRFF3VVRRME15QTBNQ0EwTkRnZ05UWlVORFV6SURFd09WWXhORFZJTkRrelZqRXdObEUwT1RJZ05qWWdORGt3SURVNVVUUTRNU0F5T1NBME5UVWdNVEpVTkRBd0lDMDJWRE0xTXlBeE1sUXpNamtnTlRSV05UaE1NekkzSURVMVVUTXlOU0ExTWlBek1qSWdORGxVTXpFMElEUXdWRE13TWlBeU9WUXlPRGNnTVRkVU1qWTVJRFpVTWpRM0lDMHlWREl5TVNBdE9GUXhPVEFnTFRFeFVURXpNQ0F0TVRFZ09ESWdNakJVTXpRZ01UQTNVVE0wSURFeU9DQTBNU0F4TkRkVU5qZ2dNVGc0VkRFeE5pQXlNalZVTVRrMElESTFNMVF6TURRZ01qWTRTRE14T0ZZeU9UQlJNekU0SURNeU5DQXpNVElnTXpRd1VUSTVNQ0EwTVRFZ01qRTFJRFF4TVZFeE9UY2dOREV4SURFNE1TQTBNVEJVTVRVMklEUXdObFF4TkRnZ05EQXpVVEUzTUNBek9EZ2dNVGN3SURNMU9WRXhOekFnTXpNMElERTFOQ0F6TWpCYVRURXlOaUF4TURaUk1USTJJRGMxSURFMU1DQTFNVlF5TURrZ01qWlJNalEzSURJMklESTNOaUEwT1ZRek1UVWdNVEE1VVRNeE55QXhNVFlnTXpFNElERTNOVkV6TVRnZ01qTXpJRE14TnlBeU16TlJNekE1SURJek15QXlPVFlnTWpNeVZESTFNU0F5TWpOVU1Ua3pJREl3TTFReE5EY2dNVFkyVkRFeU5pQXhNRFphSWk4K1BIQmhkR2dnYVdROUlrMUtXQzAxTWkxVVJWZ3RUaTAyUXlJZ1pEMGlUVFF5SURRMlNEVTJVVGsxSURRMklERXdNeUEyTUZZMk9GRXhNRE1nTnpjZ01UQXpJRGt4VkRFd015QXhNalJVTVRBMElERTJOMVF4TURRZ01qRTNWREV3TkNBeU56SlVNVEEwSURNeU9WRXhNRFFnTXpZMklERXdOQ0EwTURkVU1UQTBJRFE0TWxReE1EUWdOVFF5VkRFd015QTFPRFpVTVRBeklEWXdNMUV4TURBZ05qSXlJRGc1SURZeU9GUTBOQ0EyTXpkSU1qWldOall3VVRJMklEWTRNeUF5T0NBMk9ETk1NemdnTmpnMFVUUTRJRFk0TlNBMk55QTJPRFpVTVRBMElEWTRPRkV4TWpFZ05qZzVJREUwTVNBMk9UQlVNVGN4SURZNU0xUXhPRElnTmprMFNERTROVll6TnpsUk1UZzFJRFl5SURFNE5pQTJNRkV4T1RBZ05USWdNVGs0SURRNVVUSXhPU0EwTmlBeU5EY2dORFpJTWpZelZqQklNalUxVERJek1pQXhVVEl3T1NBeUlERTRNeUF5VkRFME5TQXpWREV3TnlBelZEVTNJREZNTXpRZ01FZ3lObFkwTmtnME1sb2lMejQ4Y0dGMGFDQnBaRDBpVFVwWUxUVXlMVlJGV0MxT0xUSXlNVElpSUdROUlrMDROQ0F5TXpkVU9EUWdNalV3VkRrNElESTNNRWcyTnpsUk5qazBJREkyTWlBMk9UUWdNalV3VkRZM09TQXlNekJJT1RoUk9EUWdNak0zSURnMElESTFNRm9pTHo0OGNHRjBhQ0JwWkQwaVRVcFlMVFV5TFZSRldDMU9MVFkzSWlCa1BTSk5Nekk1SURRd09WRXpOek1nTkRVeklEUXlPU0EwTlROUk5EVTVJRFExTXlBME56SWdORE0wVkRRNE5TQXpPVFpSTkRnMUlETTRNaUEwTnpZZ016Y3hWRFEwT1NBek5qQlJOREUySURNMk1DQTBNVElnTXprd1VUUXhNQ0EwTURRZ05ERTFJRFF4TVZFME1UVWdOREV5SURReE5pQTBNVFJXTkRFMVVUTTRPQ0EwTVRJZ016WXpJRE01TTFFek5UVWdNemc0SURNMU5TQXpPRFpSTXpVMUlETTROU0F6TlRrZ016Z3hWRE0yT0NBek5qbFVNemM1SURNMU1WUXpPRGdnTXpJMVZETTVNaUF5T1RKUk16a3lJREl6TUNBek5ETWdNVGczVkRJeU1pQXhORE5STVRjeUlERTBNeUF4TWpNZ01UY3hVVEV4TWlBeE5UTWdNVEV5SURFek0xRXhNVElnT1RnZ01UTTRJRGd4VVRFME55QTNOU0F4TlRVZ056VlVNakkzSURjelVUTXhNU0EzTWlBek16VWdOamRSTXprMklEVTRJRFF6TVNBeU5sRTBOekFnTFRFeklEUTNNQ0F0TnpKUk5EY3dJQzB4TXprZ016a3lJQzB4TnpWUk16TXlJQzB5TURZZ01qVXdJQzB5TURaUk1UWTNJQzB5TURZZ01UQTNJQzB4TnpWUk1qa2dMVEUwTUNBeU9TQXROelZSTWprZ0xUTTVJRFV3SUMweE5WUTVNaUF4T0V3eE1ETWdNalJSTmpjZ05UVWdOamNnTVRBNFVUWTNJREUxTlNBNU5pQXhPVE5STlRJZ01qTTNJRFV5SURJNU1sRTFNaUF6TlRVZ01UQXlJRE01T0ZReU1qTWdORFF5VVRJM05DQTBORElnTXpFNElEUXhOa3d6TWprZ05EQTVXazB5T1RrZ016UXpVVEk1TkNBek56RWdNamN6SURNNE4xUXlNakVnTkRBMFVURTVNaUEwTURRZ01UY3hJRE00T0ZReE5EVWdNelF6VVRFME1pQXpNallnTVRReUlESTVNbEV4TkRJZ01qUTRJREUwT1NBeU1qZFVNVGM1SURFNU1sRXhPVFlnTVRneUlESXlNaUF4T0RKUk1qUTBJREU0TWlBeU5qQWdNVGc1VkRJNE15QXlNRGRVTWprMElESXlOMVF5T1RrZ01qUXlVVE13TWlBeU5UZ2dNekF5SURJNU1sUXlPVGtnTXpReldrMDBNRE1nTFRjMVVUUXdNeUF0TlRBZ016ZzVJQzB6TkZRek5EZ2dMVEV4VkRJNU9TQXRNbFF5TkRVZ01FZ3lNVGhSTVRVeElEQWdNVE00SUMwMlVURXhPQ0F0TVRVZ01UQTNJQzB6TkZRNU5TQXROelJST1RVZ0xUZzBJREV3TVNBdE9UZFVNVEl5SUMweE1qZFVNVGN3SUMweE5UVlVNalV3SUMweE5qZFJNekU1SUMweE5qY2dNell4SUMweE16bFVOREF6SUMwM05Wb2lMejQ4Y0dGMGFDQnBaRDBpVFVwWUxUVXlMVlJGV0MxT0xUYzBJaUJrUFNKTk1qY2dOREl5VVRnd0lEUXlOaUF4TURrZ05EYzRWREUwTVNBMk1EQldOakUxU0RFNE1WWTBNekZJTXpFMlZqTTROVWd4T0RGV01qUXhVVEU0TWlBeE1UWWdNVGd5SURFd01GUXhPRGtnTmpoUk1qQXpJREk1SURJek9DQXlPVkV5T0RJZ01qa2dNamt5SURFd01GRXlPVE1nTVRBNElESTVNeUF4TkRaV01UZ3hTRE16TTFZeE5EWldNVE0wVVRNek15QTFOeUF5T1RFZ01UZFJNalkwSUMweE1DQXlNakVnTFRFd1VURTROeUF0TVRBZ01UWXlJREpVTVRJMElETXpWREV3TlNBMk9GUTVPQ0F4TURCUk9UY2dNVEEzSURrM0lESTBPRll6T0RWSU1UaFdOREl5U0RJM1dpSXZQanh3WVhSb0lHbGtQU0pOU2xndE5USXRWRVZZTFU0dE1qa2lJR1E5SWswMk1DQTNORGxNTmpRZ056VXdVVFk1SURjMU1DQTNOQ0EzTlRCSU9EWk1NVEUwSURjeU5sRXlNRGdnTmpReElESTFNU0ExTVRSVU1qazBJREkxTUZFeU9UUWdNVGd5SURJNE5DQXhNVGxVTWpZeElERXlWREl5TkNBdE56WlVNVGcySUMweE5ETlVNVFExSUMweE9UUlVNVEV6SUMweU1qZFVPVEFnTFRJME5sRTROeUF0TWpRNUlEZzJJQzB5TlRCSU56UlJOallnTFRJMU1DQTJNeUF0TWpVd1ZEVTRJQzB5TkRkVU5UVWdMVEl6T0ZFMU5pQXRNak0zSURZMklDMHlNalZSTWpJeElDMDJOQ0F5TWpFZ01qVXdWRFkySURjeU5WRTFOaUEzTXpjZ05UVWdOek00VVRVMUlEYzBOaUEyTUNBM05EbGFJaTgrUEhCaGRHZ2dhV1E5SWsxS1dDMDFNaTFVUlZndFRpMHpNaUlnWkQwaVRURXdPU0EwTWpsUk9ESWdOREk1SURZMklEUTBOMVExTUNBME9URlJOVEFnTlRZeUlERXdNeUEyTVRSVU1qTTFJRFkyTmxFek1qWWdOalkySURNNE55QTJNVEJVTkRRNUlEUTJOVkUwTkRrZ05ESXlJRFF5T1NBek9ETlVNemd4SURNeE5WUXpNREVnTWpReFVUSTJOU0F5TVRBZ01qQXhJREUwT1V3eE5ESWdPVE5NTWpFNElEa3lVVE0zTlNBNU1pQXpPRFVnT1RkUk16a3lJRGs1SURRd09TQXhPRFpXTVRnNVNEUTBPVll4T0RaUk5EUTRJREU0TXlBME16WWdPVFZVTkRJeElETldNRWcxTUZZeE9WWXpNVkUxTUNBek9DQTFOaUEwTmxRNE5pQTRNVkV4TVRVZ01URXpJREV6TmlBeE16ZFJNVFExSURFME55QXhOekFnTVRjMFZESXdOQ0F5TVRGVU1qTXpJREkwTkZReU5qRWdNamM0VkRJNE5DQXpNRGhVTXpBMUlETTBNRlF6TWpBZ016WTVWRE16TXlBME1ERlVNelF3SURRek1WUXpORE1nTkRZMFVUTTBNeUExTWpjZ016QTVJRFUzTTFReU1USWdOakU1VVRFM09TQTJNVGtnTVRVMElEWXdNbFF4TVRrZ05UWTVWREV3T1NBMU5UQlJNVEE1SURVME9TQXhNVFFnTlRRNVVURXpNaUExTkRrZ01UVXhJRFV6TlZReE56QWdORGc1VVRFM01DQTBOalFnTVRVMElEUTBOMVF4TURrZ05ESTVXaUl2UGp4d1lYUm9JR2xrUFNKTlNsZ3ROVEl0VkVWWUxVNHRNa01pSUdROUlrMDNPQ0F6TlZRM09DQTJNRlE1TkNBeE1ETlVNVE0zSURFeU1WRXhOalVnTVRJeElERTROeUE1TmxReU1UQWdPRkV5TVRBZ0xUSTNJREl3TVNBdE5qQlVNVGd3SUMweE1UZFVNVFUwSUMweE5UaFVNVE13SUMweE9EVlVNVEUzSUMweE9UUlJNVEV6SUMweE9UUWdNVEEwSUMweE9EVlVPVFVnTFRFM01sRTVOU0F0TVRZNElERXdOaUF0TVRVMlZERXpNU0F0TVRJMlZERTFOeUF0TnpaVU1UY3pJQzB6VmpsTU1UY3lJRGhSTVRjd0lEY2dNVFkzSURaVU1UWXhJRE5VTVRVeUlERlVNVFF3SURCUk1URXpJREFnT1RZZ01UZGFJaTgrUEM5a1pXWnpQanhuSUhOMGNtOXJaVDBpWTNWeWNtVnVkRU52Ykc5eUlpQm1hV3hzUFNKamRYSnlaVzUwUTI5c2IzSWlJSE4wY205clpTMTNhV1IwYUQwaU1DSWdkSEpoYm5ObWIzSnRQU0p6WTJGc1pTZ3hMQzB4S1NJK1BHY2daR0YwWVMxdGJXd3RibTlrWlQwaWJXRjBhQ0krUEdjZ1pHRjBZUzF0Yld3dGJtOWtaVDBpYlhSbGVIUWlQangxYzJVZ1pHRjBZUzFqUFNJMU1pSWdlR3hwYm1zNmFISmxaajBpSTAxS1dDMDFNaTFVUlZndFRpMDFNaUl2UGp4MWMyVWdaR0YwWVMxalBTSTBSQ0lnZUd4cGJtczZhSEpsWmowaUkwMUtXQzAxTWkxVVJWZ3RUaTAwUkNJZ2RISmhibk5tYjNKdFBTSjBjbUZ1YzJ4aGRHVW9Oek0yTERBcElpOCtQSFZ6WlNCa1lYUmhMV005SWpVeklpQjRiR2x1YXpwb2NtVm1QU0lqVFVwWUxUVXlMVlJGV0MxT0xUVXpJaUIwY21GdWMyWnZjbTA5SW5SeVlXNXpiR0YwWlNneE5qVXpMREFwSWk4K1BIVnpaU0JrWVhSaExXTTlJalExSWlCNGJHbHVhenBvY21WbVBTSWpUVXBZTFRVeUxWUkZXQzFPTFRRMUlpQjBjbUZ1YzJadmNtMDlJblJ5WVc1emJHRjBaU2d5TWpBNUxEQXBJaTgrUEM5blBqeG5JR1JoZEdFdGJXMXNMVzV2WkdVOUltMXZJaUIwY21GdWMyWnZjbTA5SW5SeVlXNXpiR0YwWlNnek1UWTNMamdzTUNraVBqeDFjMlVnWkdGMFlTMWpQU0l6UkNJZ2VHeHBibXM2YUhKbFpqMGlJMDFLV0MwMU1pMVVSVmd0VGkwelJDSXZQand2Wno0OFp5QmtZWFJoTFcxdGJDMXViMlJsUFNKdGMzRnlkQ0lnZEhKaGJuTm1iM0p0UFNKMGNtRnVjMnhoZEdVb05ESXlNeTQyTERBcElqNDhaeUIwY21GdWMyWnZjbTA5SW5SeVlXNXpiR0YwWlNneE1EVTJMREFwSWo0OFp5QmtZWFJoTFcxdGJDMXViMlJsUFNKdFpuSmhZeUkrUEdjZ1pHRjBZUzF0Yld3dGJtOWtaVDBpYlc0aUlIUnlZVzV6Wm05eWJUMGlkSEpoYm5Oc1lYUmxLREkzTUN3Mk56WXBJajQ4ZFhObElHUmhkR0V0WXowaU16RWlJSGhzYVc1ck9taHlaV1k5SWlOTlNsZ3ROVEl0VkVWWUxVNHRNekVpTHo0OEwyYytQR2NnWkdGMFlTMXRiV3d0Ym05a1pUMGliV2tpSUhSeVlXNXpabTl5YlQwaWRISmhibk5zWVhSbEtESXlNQ3d0TmpnMktTSStQSFZ6WlNCa1lYUmhMV005SWpGRU5EVkNJaUI0YkdsdWF6cG9jbVZtUFNJalRVcFlMVFV5TFZSRldDMUpMVEZFTkRWQ0lpOCtQQzluUGp4eVpXTjBJSGRwWkhSb1BTSTRNREFpSUdobGFXZG9kRDBpTmpBaUlIZzlJakV5TUNJZ2VUMGlNakl3SWk4K1BDOW5QanhuSUdSaGRHRXRiVzFzTFc1dlpHVTlJbTExYm1SbGNtOTJaWElpSUhSeVlXNXpabTl5YlQwaWRISmhibk5zWVhSbEtERXlNRFl1Tnl3d0tTSStQR2NnWkdGMFlTMXRiV3d0Ym05a1pUMGliVzhpUGp4MWMyVWdaR0YwWVMxalBTSXlNakV4SWlCNGJHbHVhenBvY21WbVBTSWpUVXBZTFRVeUxWUkZXQzFNVHkweU1qRXhJaTgrUEM5blBqeG5JR1JoZEdFdGJXMXNMVzV2WkdVOUlsUmxXRUYwYjIwaUlIUnlZVzV6Wm05eWJUMGlkSEpoYm5Oc1lYUmxLREUwT0M0eUxDMHhNRGczTGprcElITmpZV3hsS0RBdU56QTNLU0lnWkdGMFlTMXRhbmd0ZEdWNFkyeGhjM005SWs5U1JDSStQR2NnWkdGMFlTMXRiV3d0Ym05a1pUMGliV2tpUGp4MWMyVWdaR0YwWVMxalBTSXhSRFExTmlJZ2VHeHBibXM2YUhKbFpqMGlJMDFLV0MwMU1pMVVSVmd0U1MweFJEUTFOaUl2UGp3dlp6NDhaeUJrWVhSaExXMXRiQzF1YjJSbFBTSnRieUlnZEhKaGJuTm1iM0p0UFNKMGNtRnVjMnhoZEdVb016UTFMREFwSWo0OGRYTmxJR1JoZEdFdFl6MGlNMFFpSUhoc2FXNXJPbWh5WldZOUlpTk5TbGd0TlRJdFZFVllMVTR0TTBRaUx6NDhMMmMrUEdjZ1pHRjBZUzF0Yld3dGJtOWtaVDBpYlc0aUlIUnlZVzV6Wm05eWJUMGlkSEpoYm5Oc1lYUmxLREV4TWpNc01Da2lQangxYzJVZ1pHRjBZUzFqUFNJek1TSWdlR3hwYm1zNmFISmxaajBpSTAxS1dDMDFNaTFVUlZndFRpMHpNU0l2UGp3dlp6NDhMMmMrUEdjZ1pHRjBZUzF0Yld3dGJtOWtaVDBpVkdWWVFYUnZiU0lnZEhKaGJuTm1iM0p0UFNKMGNtRnVjMnhoZEdVb05UQTVMamtzTVRFMU1Da2djMk5oYkdVb01DNDNNRGNwSWlCa1lYUmhMVzFxZUMxMFpYaGpiR0Z6Y3owaVQxSkVJajQ4WnlCa1lYUmhMVzF0YkMxdWIyUmxQU0p0YVNJK1BIVnpaU0JrWVhSaExXTTlJakZFTkRWQ0lpQjRiR2x1YXpwb2NtVm1QU0lqVFVwWUxUVXlMVlJGV0MxSkxURkVORFZDSWk4K1BDOW5Qand2Wno0OEwyYytQR2NnWkdGMFlTMXRiV3d0Ym05a1pUMGliVzhpSUhSeVlXNXpabTl5YlQwaWRISmhibk5zWVhSbEtESTJOVEF1Tnl3d0tTSStQSFZ6WlNCa1lYUmhMV005SWpJNElpQjRiR2x1YXpwb2NtVm1QU0lqVFVwWUxUVXlMVlJGV0MxT0xUSTRJaTgrUEM5blBqeG5JR1JoZEdFdGJXMXNMVzV2WkdVOUltMXpkV0p6ZFhBaUlIUnlZVzV6Wm05eWJUMGlkSEpoYm5Oc1lYUmxLRE13TXprdU55d3dLU0krUEdjZ1pHRjBZUzF0Yld3dGJtOWtaVDBpYldraVBqeDFjMlVnWkdGMFlTMWpQU0l4UkRRMU1TSWdlR3hwYm1zNmFISmxaajBpSTAxS1dDMDFNaTFVUlZndFNTMHhSRFExTVNJdlBqd3ZaejQ4WnlCa1lYUmhMVzF0YkMxdWIyUmxQU0pVWlZoQmRHOXRJaUIwY21GdWMyWnZjbTA5SW5SeVlXNXpiR0YwWlNnMU5UTXNNell4TGpRcElITmpZV3hsS0RBdU56QTNLU0lnWkdGMFlTMXRhbmd0ZEdWNFkyeGhjM005SWs5U1JDSStQR2NnWkdGMFlTMXRiV3d0Ym05a1pUMGliWFJsZUhRaVBqeDFjMlVnWkdGMFlTMWpQU0kyTXlJZ2VHeHBibXM2YUhKbFpqMGlJMDFLV0MwMU1pMVVSVmd0VGkwMk15SXZQangxYzJVZ1pHRjBZUzFqUFNJMk1TSWdlR3hwYm1zNmFISmxaajBpSTAxS1dDMDFNaTFVUlZndFRpMDJNU0lnZEhKaGJuTm1iM0p0UFNKMGNtRnVjMnhoZEdVb05EUTBMREFwSWk4K1BIVnpaU0JrWVhSaExXTTlJalpESWlCNGJHbHVhenBvY21WbVBTSWpUVXBZTFRVeUxWUkZXQzFPTFRaRElpQjBjbUZ1YzJadmNtMDlJblJ5WVc1emJHRjBaU2c1TkRRc01Da2lMejQ4ZFhObElHUmhkR0V0WXowaU5qTWlJSGhzYVc1ck9taHlaV1k5SWlOTlNsZ3ROVEl0VkVWWUxVNHROak1pSUhSeVlXNXpabTl5YlQwaWRISmhibk5zWVhSbEtERXlNaklzTUNraUx6NDhMMmMrUEM5blBqeG5JR1JoZEdFdGJXMXNMVzV2WkdVOUlsUmxXRUYwYjIwaUlIUnlZVzV6Wm05eWJUMGlkSEpoYm5Oc1lYUmxLRFUxTXl3dE1qa3pMamdwSUhOallXeGxLREF1TnpBM0tTSWdaR0YwWVMxdGFuZ3RkR1Y0WTJ4aGMzTTlJazlTUkNJK1BHY2daR0YwWVMxdGJXd3RibTlrWlQwaWJXa2lQangxYzJVZ1pHRjBZUzFqUFNJeFJEUTFOaUlnZUd4cGJtczZhSEpsWmowaUkwMUtXQzAxTWkxVVJWZ3RTUzB4UkRRMU5pSXZQand2Wno0OEwyYytQQzluUGp4bklHUmhkR0V0Ylcxc0xXNXZaR1U5SW0xdklpQjBjbUZ1YzJadmNtMDlJblJ5WVc1emJHRjBaU2cxTURReUxqa3NNQ2tpUGp4MWMyVWdaR0YwWVMxalBTSXlNakV5SWlCNGJHbHVhenBvY21WbVBTSWpUVXBZTFRVeUxWUkZXQzFPTFRJeU1USWlMejQ4TDJjK1BHY2daR0YwWVMxdGJXd3RibTlrWlQwaWJYTjFZbk4xY0NJZ2RISmhibk5tYjNKdFBTSjBjbUZ1YzJ4aGRHVW9OakEwTXk0eUxEQXBJajQ4WnlCa1lYUmhMVzF0YkMxdWIyUmxQU0p0YVNJK1BIVnpaU0JrWVhSaExXTTlJakZFTkRVeElpQjRiR2x1YXpwb2NtVm1QU0lqVFVwWUxUVXlMVlJGV0MxSkxURkVORFV4SWk4K1BDOW5QanhuSUdSaGRHRXRiVzFzTFc1dlpHVTlJbFJsV0VGMGIyMGlJSFJ5WVc1elptOXliVDBpZEhKaGJuTnNZWFJsS0RVMU15dzBPVGt1TXlrZ2MyTmhiR1VvTUM0M01EY3BJaUJrWVhSaExXMXFlQzEwWlhoamJHRnpjejBpVDFKRUlqNDhaeUJrWVhSaExXMXRiQzF1YjJSbFBTSnRkR1Y0ZENJK1BIVnpaU0JrWVhSaExXTTlJalkzSWlCNGJHbHVhenBvY21WbVBTSWpUVXBZTFRVeUxWUkZXQzFPTFRZM0lpOCtQSFZ6WlNCa1lYUmhMV005SWpjMElpQjRiR2x1YXpwb2NtVm1QU0lqVFVwWUxUVXlMVlJGV0MxT0xUYzBJaUIwY21GdWMyWnZjbTA5SW5SeVlXNXpiR0YwWlNnMU1EQXNNQ2tpTHo0OEwyYytQQzluUGp4bklHUmhkR0V0Ylcxc0xXNXZaR1U5SWxSbFdFRjBiMjBpSUhSeVlXNXpabTl5YlQwaWRISmhibk5zWVhSbEtEVTFNeXd0TWprekxqZ3BJSE5qWVd4bEtEQXVOekEzS1NJZ1pHRjBZUzF0YW5ndGRHVjRZMnhoYzNNOUlrOVNSQ0krUEdjZ1pHRjBZUzF0Yld3dGJtOWtaVDBpYldraVBqeDFjMlVnWkdGMFlTMWpQU0l4UkRRMU5pSWdlR3hwYm1zNmFISmxaajBpSTAxS1dDMDFNaTFVUlZndFNTMHhSRFExTmlJdlBqd3ZaejQ4TDJjK1BDOW5QanhuSUdSaGRHRXRiVzFzTFc1dlpHVTlJbTF6ZFhBaUlIUnlZVzV6Wm05eWJUMGlkSEpoYm5Oc1lYUmxLRGN5TnpRdU9Dd3dLU0krUEdjZ1pHRjBZUzF0Yld3dGJtOWtaVDBpYlc4aVBqeDFjMlVnWkdGMFlTMWpQU0l5T1NJZ2VHeHBibXM2YUhKbFpqMGlJMDFLV0MwMU1pMVVSVmd0VGkweU9TSXZQand2Wno0OFp5QmtZWFJoTFcxdGJDMXViMlJsUFNKdGJpSWdkSEpoYm5ObWIzSnRQU0owY21GdWMyeGhkR1VvTkRJeUxESTRPU2tnYzJOaGJHVW9NQzQzTURjcElqNDhkWE5sSUdSaGRHRXRZejBpTXpJaUlIaHNhVzVyT21oeVpXWTlJaU5OU2xndE5USXRWRVZZTFU0dE16SWlMejQ4TDJjK1BDOW5Qand2Wno0OFp5QmtZWFJoTFcxdGJDMXViMlJsUFNKdGJ5SWdkSEpoYm5ObWIzSnRQU0owY21GdWMyeGhkR1VvTUN3dE5EYzJMalFwSWo0OGRYTmxJR1JoZEdFdFl6MGlSVEF3TVNJZ2VHeHBibXM2YUhKbFpqMGlJMDFLV0MwMU1pMVVSVmd0VXpRdFJUQXdNU0lnZEhKaGJuTm1iM0p0UFNKMGNtRnVjMnhoZEdVb01Dd3hPVFExS1NJdlBqeDFjMlVnWkdGMFlTMWpQU0l5TTBJM0lpQjRiR2x1YXpwb2NtVm1QU0lqVFVwWUxUVXlMVlJGV0MxVE5DMHlNMEkzSWlCMGNtRnVjMlp2Y20wOUluUnlZVzV6YkdGMFpTZ3dMQzB4TmpVcElpOCtQSE4yWnlCM2FXUjBhRDBpTVRBMU5pSWdhR1ZwWjJoMFBTSXhNell4SWlCNVBTSTJOekFpSUhnOUlqQWlJSFpwWlhkQ2IzZzlJakFnTWprMUxqVWdNVEExTmlBeE16WXhJajQ4ZFhObElHUmhkR0V0WXowaVJUQXdNQ0lnZUd4cGJtczZhSEpsWmowaUkwMUtXQzAxTWkxVVJWZ3RVelF0UlRBd01DSWdkSEpoYm5ObWIzSnRQU0p6WTJGc1pTZ3hMRE11TVRrMUtTSXZQand2YzNablBqd3ZaejQ4Y21WamRDQjNhV1IwYUQwaU9ERXdNQzR6SWlCb1pXbG5hSFE5SWpZd0lpQjRQU0l4TURVMklpQjVQU0l5TURFekxqWWlMejQ4TDJjK1BHY2daR0YwWVMxdGJXd3RibTlrWlQwaWJXOGlJSFJ5WVc1elptOXliVDBpZEhKaGJuTnNZWFJsS0RFek16YzVMamtzTUNraVBqeDFjMlVnWkdGMFlTMWpQU0l5UXlJZ2VHeHBibXM2YUhKbFpqMGlJMDFLV0MwMU1pMVVSVmd0VGkweVF5SXZQand2Wno0OEwyYytQQzluUGp3dmMzWm5QZz09IiwKCSJSZWFsVmlld1NpemVKc29uIiA6ICJ7XCJoZWlnaHRcIjoxMjg1LjcxNDI2MzkxNjAxNTYsXCJ3aWR0aFwiOjQ4MjEuNDI4NTI3ODMyMDMxfSIKfQo="/>
    </extobj>
    <extobj name="2384804F-3998-4D57-9195-F3826E402611-17">
      <extobjdata type="2384804F-3998-4D57-9195-F3826E402611" data="ewoJIkltZ1NldHRpbmdKc29uIiA6ICJ7XCJoZWlnaHRcIjo1Mi42Nzg1NzE0Mjg1NzE0MixcIndpZHRoXCI6MzAzLjU3MTQyODU3MTQyODU2fSIsCgkiTGF0ZXgiIDogIiAgICBcXGRlbHRhX3tcXGxhbWJkYX0gPSBcXGZyYWN7MX17bn1cXHN1bV97aT0xfV57bn0gXFxsZWZ0WyBcXG1heFxcbGVmdChcXGZyYWN7ZF97aX1ee1xcdGV4dHtjYWxjfX19e2Rfe2l9XntcXHRleHR7Z3R9fX0sIFxcZnJhY3tkX3tpfV57XFx0ZXh0e2d0fX19e2Rfe2l9XntcXHRleHR7Y2FsY319fVxccmlnaHQpIDwgdF97XFxsYW1iZGF9IFxccmlnaHRdLFxuIiwKCSJMYXRleEltZ0Jhc2U2NCIgOiAiUEhOMlp5QjRiV3h1Y3owaWFIUjBjRG92TDNkM2R5NTNNeTV2Y21jdk1qQXdNQzl6ZG1jaUlIZHBaSFJvUFNJek9DNDVOalZsZUNJZ2FHVnBaMmgwUFNJMkxqYzROV1Y0SWlCeWIyeGxQU0pwYldjaUlHWnZZM1Z6WVdKc1pUMGlabUZzYzJVaUlIWnBaWGRDYjNnOUlqQWdMVEUzTkRrdU5TQXhOekl5TWk0eklESTVPVGtpSUhodGJHNXpPbmhzYVc1clBTSm9kSFJ3T2k4dmQzZDNMbmN6TG05eVp5OHhPVGs1TDNoc2FXNXJJaUJoY21saExXaHBaR1JsYmowaWRISjFaU0lnYzNSNWJHVTlJblpsY25ScFkyRnNMV0ZzYVdkdU9pQXRNaTQ0TWpkbGVEc2diV0Y0TFhkcFpIUm9PaUE1T0NVN0lqNDhaR1ZtY3o0OGNHRjBhQ0JwWkQwaVRVcFlMVEl0VkVWWUxVa3RNVVEyUmtZaUlHUTlJazB4T1RVZ05qQTVVVEU1TlNBMk5UWWdNakkzSURZNE5sUXpNRElnTnpFM1VUTXhPU0EzTVRZZ016VXhJRGN3T1ZRME1EY2dOamszVkRRek15QTJPVEJSTkRVeElEWTRNaUEwTlRFZ05qWXlVVFExTVNBMk5EUWdORE00SURZeU9GUTBNRE1nTmpFeVVUTTRNaUEyTVRJZ016UTRJRFkwTVZReU9EZ2dOamN4VkRJME9TQTJOVGRVTWpNMUlEWXlPRkV5TXpVZ05UZzBJRE16TkNBME5qTlJOREF4SURNM09TQTBNREVnTWpreVVUUXdNU0F4TmprZ016UXdJRGd3VkRJd05TQXRNVEJJTVRrNFVURXlOeUF0TVRBZ09ETWdNelpVTXpZZ01UVXpVVE0ySURJNE5pQXhOVEVnTXpneVVURTVNU0EwTVRNZ01qVXlJRFF6TkZFeU5USWdORE0xSURJME5TQTBORGxVTWpNd0lEUTRNVlF5TVRRZ05USXhWREl3TVNBMU5qWlVNVGsxSURZd09WcE5NVEV5SURFek1GRXhNVElnT0RNZ01UTTJJRFUxVkRJd05DQXlOMUV5TXpNZ01qY2dNalUySURVeFZESTVNU0F4TVRGVU16QTVJREUzT0ZRek1UWWdNak15VVRNeE5pQXlOamNnTXpBNUlESTVPRlF5T1RVZ016UTBWREkyT1NBME1EQk1NalU1SURNNU5sRXlNVFVnTXpneElERTRNeUF6TkRKVU1UTTNJREkxTmxReE1UZ2dNVGM1VkRFeE1pQXhNekJhSWk4K1BIQmhkR2dnYVdROUlrMUtXQzB5TFZSRldDMUpMVEZFTnpBMklpQmtQU0pOTVRZMklEWTNNMUV4TmpZZ05qZzFJREU0TXlBMk9UUklNakF5VVRJNU1pQTJPVEVnTXpFMklEWTBORkV6TWpJZ05qSTVJRE0zTXlBME9EWlVORGMwSURJd04xUTFNalFnTmpkUk5UTXhJRFEzSURVek55QXpORlExTkRZZ01UVlVOVFV4SURaVU5UVTFJREpVTlRVMklDMHlWRFUxTUNBdE1URklORGd5VVRRMU55QXpJRFExTUNBeE9GUXpPVGtnTVRVeVRETTFOQ0F5TnpkTU16UXdJREkyTWxFek1qY2dNalEySURJNU15QXlNRGRVTWpNMklERTBNVkV5TVRFZ01URXlJREUzTkNBMk9WRXhNak1nT1NBeE1URWdMVEZVT0RNZ0xURXlVVFEzSUMweE1pQTBOeUF5TUZFME55QXpOeUEyTVNBMU1sUXhPVGtnTVRnM1VUSXlPU0F5TVRZZ01qWTJJREkxTWxRek1qRWdNekEyVERNek9DQXpNakpSTXpNNElETXlNeUF5T0RnZ05EWXlWREl6TkNBMk1USlJNakUwSURZMU55QXhPRE1nTmpVM1VURTJOaUEyTlRjZ01UWTJJRFkzTTFvaUx6NDhjR0YwYUNCcFpEMGlUVXBZTFRJ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eUxWUkZXQzFPTFRNeElpQmtQU0pOTWpFeklEVTNPRXd5TURBZ05UY3pVVEU0TmlBMU5qZ2dNVFl3SURVMk0xUXhNRElnTlRVMlNEZ3pWall3TWtneE1ESlJNVFE1SURZd05DQXhPRGtnTmpFM1ZESTBOU0EyTkRGVU1qY3pJRFkyTTFFeU56VWdOalkySURJNE5TQTJOalpSTWprMElEWTJOaUF6TURJZ05qWXdWak0yTVV3ek1ETWdOakZSTXpFd0lEVTBJRE14TlNBMU1sUXpNemtnTkRoVU5EQXhJRFEyU0RReU4xWXdTRFF4TmxFek9UVWdNeUF5TlRjZ00xRXhNakVnTXlBeE1EQWdNRWc0T0ZZME5rZ3hNVFJSTVRNMklEUTJJREUxTWlBME5sUXhOemNnTkRkVU1Ua3pJRFV3VkRJd01TQTFNbFF5TURjZ05UZFVNakV6SURZeFZqVTNPRm9pTHo0OGNHRjBhQ0JwWkQwaVRVcFlMVEl0VkVWWUxVa3RNVVEwTlVJaUlHUTlJazB5TVNBeU9EZFJNaklnTWpreklESTBJRE13TTFRek5pQXpOREZVTlRZZ016ZzRWRGc1SURReU5WUXhNelVnTkRReVVURTNNU0EwTkRJZ01UazFJRFF5TkZReU1qVWdNemt3VkRJek1TQXpOamxSTWpNeElETTJOeUF5TXpJZ016WTNUREkwTXlBek56aFJNekEwSURRME1pQXpPRElnTkRReVVUUXpOaUEwTkRJZ05EWTVJRFF4TlZRMU1ETWdNek0yVkRRMk5TQXhOemxVTkRJM0lEVXlVVFF5TnlBeU5pQTBORFFnTWpaUk5EVXdJREkySURRMU15QXlOMUUwT0RJZ016SWdOVEExSURZMVZEVTBNQ0F4TkRWUk5UUXlJREUxTXlBMU5qQWdNVFV6VVRVNE1DQXhOVE1nTlRnd0lERTBOVkUxT0RBZ01UUTBJRFUzTmlBeE16QlJOVFk0SURFd01TQTFOVFFnTnpOVU5UQTRJREUzVkRRek9TQXRNVEJSTXpreUlDMHhNQ0F6TnpFZ01UZFVNelV3SURjelVUTTFNQ0E1TWlBek9EWWdNVGt6VkRReU15QXpORFZSTkRJeklEUXdOQ0F6TnprZ05EQTBTRE0zTkZFeU9EZ2dOREEwSURJeU9TQXpNRE5NTWpJeUlESTVNVXd4T0RrZ01UVTNVVEUxTmlBeU5pQXhOVEVnTVRaUk1UTTRJQzB4TVNBeE1EZ2dMVEV4VVRrMUlDMHhNU0E0TnlBdE5WUTNOaUEzVkRjMElERTNVVGMwSURNd0lERXhNaUF4T0RCVU1UVXlJRE0wTTFFeE5UTWdNelE0SURFMU15QXpOalpSTVRVeklEUXdOU0F4TWprZ05EQTFVVGt4SURRd05TQTJOaUF6TURWUk5qQWdNamcxSURZd0lESTRORkUxT0NBeU56Z2dOREVnTWpjNFNESTNVVEl4SURJNE5DQXlNU0F5T0RkYUlpOCtQSEJoZEdnZ2FXUTlJazFLV0MweUxWUkZXQzFNVHkweU1qRXhJaUJrUFNKTk5qQWdPVFE0VVRZeklEazFNQ0EyTmpVZ09UVXdTREV5TmpkTU1UTXlOU0E0TVRWUk1UTTROQ0EyTnpjZ01UTTRPQ0EyTmpsSU1UTTBPRXd4TXpReElEWTRNMUV4TXpJd0lEY3lOQ0F4TWpnMUlEYzJNVkV4TWpNMUlEZ3dPU0F4TVRjMElEZ3pPRlF4TURNeklEZzRNVlE0T0RJZ09EazRWRFk1T1NBNU1ESklOVGMwU0RVME0wZ3lOVEZNTWpVNUlEZzVNVkUzTWpJZ01qVTRJRGN5TkNBeU5USlJOekkxSURJMU1DQTNNalFnTWpRMlVUY3lNU0F5TkRNZ05EWXdJQzAxTmt3eE9UWWdMVE0xTmxFeE9UWWdMVE0xTnlBME1EY2dMVE0xTjFFME5Ua2dMVE0xTnlBMU5EZ2dMVE0xTjFRMk56WWdMVE0xT0ZFNE1USWdMVE0xT0NBNE9UWWdMVE0xTTFReE1EWXpJQzB6TXpKVU1USXdOQ0F0TWpnelZERXpNRGNnTFRFNU5sRXhNekk0SUMweE56QWdNVE0wT0NBdE1USTBTREV6T0RoUk1UTTRPQ0F0TVRJMUlERXpPREVnTFRFME5WUXhNelUySUMweU1UQlVNVE15TlNBdE1qazBUREV5TmpjZ0xUUTBPVXcyTmpZZ0xUUTFNRkUyTkNBdE5EVXdJRFl4SUMwME5EaFJOVFVnTFRRME5pQTFOU0F0TkRNNVVUVTFJQzAwTXpjZ05UY2dMVFF6TTB3MU9UQWdNVGMzVVRVNU1DQXhOemdnTlRVM0lESXlNbFEwTlRJZ016WTJWRE15TWlBMU5EUk1OVFlnT1RBNVREVTFJRGt5TkZFMU5TQTVORFVnTmpBZ09UUTRXaUl2UGp4d1lYUm9JR2xrUFNKTlNsZ3RNaTFVUlZndFNTMHhSRFExTmlJZ1pEMGlUVEU0TkNBMk1EQlJNVGcwSURZeU5DQXlNRE1nTmpReVZESTBOeUEyTmpGUk1qWTFJRFkyTVNBeU56Y2dOalE1VkRJNU1DQTJNVGxSTWprd0lEVTVOaUF5TnpBZ05UYzNWREl5TmlBMU5UZFJNakV4SURVMU55QXhPVGdnTlRZM1ZERTROQ0EyTURCYVRUSXhJREk0TjFFeU1TQXlPVFVnTXpBZ016RTRWRFUwSURNMk9WUTVPQ0EwTWpCVU1UVTRJRFEwTWxFeE9UY2dORFF5SURJeU15QTBNVGxVTWpVd0lETTFOMUV5TlRBZ016UXdJREl6TmlBek1ERlVNVGsySURFNU5sUXhOVFFnT0ROUk1UUTVJRFl4SURFME9TQTFNVkV4TkRrZ01qWWdNVFkySURJMlVURTNOU0F5TmlBeE9EVWdNamxVTWpBNElEUXpWREl6TlNBM09GUXlOakFnTVRNM1VUSTJNeUF4TkRrZ01qWTFJREUxTVZReU9ESWdNVFV6VVRNd01pQXhOVE1nTXpBeUlERTBNMUV6TURJZ01UTTFJREk1TXlBeE1USlVNalk0SURZeFZESXlNeUF4TVZReE5qRWdMVEV4VVRFeU9TQXRNVEVnTVRBeUlERXdWRGMwSURjMFVUYzBJRGt4SURjNUlERXdObFF4TWpJZ01qSXdVVEUyTUNBek1qRWdNVFkySURNME1WUXhOek1nTXpnd1VURTNNeUEwTURRZ01UVTJJRFF3TkVneE5UUlJNVEkwSURRd05DQTVPU0F6TnpGVU5qRWdNamczVVRZd0lESTROaUExT1NBeU9EUlVOVGdnTWpneFZEVTJJREkzT1ZRMU15QXlOemhVTkRrZ01qYzRWRFF4SURJM09FZ3lOMUV5TVNBeU9EUWdNakVnTWpnM1dpSXZQanh3WVhSb0lHbGtQU0pOU2xndE1pMVVSVmd0VXpRdE5VSWlJR1E5SWsweU5qa2dMVEV5TkRsV01UYzFNRWcxTnpkV01UWTNOMGd6TkRKV0xURXhOelpJTlRjM1ZpMHhNalE1U0RJMk9Wb2lMejQ4Y0dGMGFDQnBaRDBpVFVwWUxUSXRWRVZZTFU0dE5rUWlJR1E5SWswME1TQTBOa2cxTlZFNU5DQTBOaUF4TURJZ05qQldOamhSTVRBeUlEYzNJREV3TWlBNU1WUXhNRElnTVRJeVZERXdNeUF4TmpGVU1UQXpJREl3TTFFeE1ETWdNak0wSURFd015QXlOamxVTVRBeUlETXlPRll6TlRGUk9Ua2dNemN3SURnNElETTNObFEwTXlBek9EVklNalZXTkRBNFVUSTFJRFF6TVNBeU55QTBNekZNTXpjZ05ETXlVVFEzSURRek15QTJOU0EwTXpSVU1UQXlJRFF6TmxFeE1Ua2dORE0zSURFek9DQTBNemhVTVRZM0lEUTBNVlF4TnpnZ05EUXlTREU0TVZZME1ESlJNVGd4SURNMk5DQXhPRElnTXpZMFZERTROeUF6TmpsVU1UazVJRE00TkZReU1UZ2dOREF5VkRJME55QTBNakZVTWpnMUlEUXpOMUV6TURVZ05EUXlJRE16TmlBME5ESlJNelV4SURRME1pQXpOalFnTkRRd1ZETTROeUEwTXpSVU5EQTJJRFF5TmxRME1qRWdOREUzVkRRek1pQTBNRFpVTkRReElETTVOVlEwTkRnZ016ZzBWRFExTWlBek56UlVORFUxSURNMk5rdzBOVGNnTXpZeFREUTJNQ0F6TmpWUk5EWXpJRE0yT1NBME5qWWdNemN6VkRRM05TQXpPRFJVTkRnNElETTVOMVExTURNZ05ERXdWRFV5TXlBME1qSlVOVFEySURRek1sUTFOeklnTkRNNVZEWXdNeUEwTkRKUk56STVJRFEwTWlBM05EQWdNekk1VVRjME1TQXpNaklnTnpReElERTVNRll4TURSUk56UXhJRFkySURjME15QTFPVlEzTlRRZ05EbFJOemMxSURRMklEZ3dNeUEwTmtnNE1UbFdNRWc0TVRGTU56ZzRJREZSTnpZMElESWdOek0zSURKVU5qazVJRE5STlRrMklETWdOVGczSURCSU5UYzVWalEyU0RVNU5WRTJOVFlnTkRZZ05qVTJJRFl5VVRZMU55QTJOQ0EyTlRjZ01qQXdVVFkxTmlBek16VWdOalUxSURNME0xRTJORGtnTXpjeElEWXpOU0F6T0RWVU5qRXhJRFF3TWxRMU9EVWdOREEwVVRVME1DQTBNRFFnTlRBMklETTNNRkUwTnprZ016UXpJRFEzTWlBek1UVlVORFkwSURJek1sWXhOamhXTVRBNFVUUTJOQ0EzT0NBME5qVWdOamhVTkRZNElEVTFWRFEzTnlBME9WRTBPVGdnTkRZZ05USTJJRFEyU0RVME1sWXdTRFV6TkV3MU1UQWdNVkUwT0RjZ01pQTBOakFnTWxRME1qSWdNMUV6TVRrZ015QXpNVEFnTUVnek1ESldORFpJTXpFNFVUTTNPU0EwTmlBek56a2dOakpSTXpnd0lEWTBJRE00TUNBeU1EQlJNemM1SURNek5TQXpOemdnTXpRelVUTTNNaUF6TnpFZ016VTRJRE00TlZRek16UWdOREF5VkRNd09DQTBNRFJSTWpZeklEUXdOQ0F5TWprZ016Y3dVVEl3TWlBek5ETWdNVGsxSURNeE5WUXhPRGNnTWpNeVZqRTJPRll4TURoUk1UZzNJRGM0SURFNE9DQTJPRlF4T1RFZ05UVlVNakF3SURRNVVUSXlNU0EwTmlBeU5Ea2dORFpJTWpZMVZqQklNalUzVERJek5DQXhVVEl4TUNBeUlERTRNeUF5VkRFME5TQXpVVFF5SURNZ016TWdNRWd5TlZZME5rZzBNVm9pTHo0OGNHRjBhQ0JwWkQwaVRVcFlMVEl0VkVWWUxVNHROakVpSUdROUlrMHhNemNnTXpBMVZERXhOU0F6TURWVU56Z2dNekl3VkRZeklETTFPVkUyTXlBek9UUWdPVGNnTkRJeFZESXhPQ0EwTkRoUk1qa3hJRFEwT0NBek16WWdOREUyVkRNNU5pQXpOREJSTkRBeElETXlOaUEwTURFZ016QTVWRFF3TWlBeE9UUldNVEkwVVRRd01pQTNOaUEwTURjZ05UaFVOREk0SURRd1VUUTBNeUEwTUNBME5EZ2dOVFpVTkRVeklERXdPVll4TkRWSU5Ea3pWakV3TmxFME9USWdOallnTkRrd0lEVTVVVFE0TVNBeU9TQTBOVFVnTVRKVU5EQXdJQzAyVkRNMU15QXhNbFF6TWprZ05UUldOVGhNTXpJM0lEVTFVVE15TlNBMU1pQXpNaklnTkRsVU16RTBJRFF3VkRNd01pQXlPVlF5T0RjZ01UZFVNalk1SURaVU1qUTNJQzB5VkRJeU1TQXRPRlF4T1RBZ0xURXhVVEV6TUNBdE1URWdPRElnTWpCVU16UWdNVEEzVVRNMElERXlPQ0EwTVNBeE5EZFVOamdnTVRnNFZERXhOaUF5TWpWVU1UazBJREkxTTFRek1EUWdNalk0U0RNeE9GWXlPVEJSTXpFNElETXlOQ0F6TVRJZ016UXdVVEk1TUNBME1URWdNakUxSURReE1WRXhPVGNnTkRFeElERTRNU0EwTVRCVU1UVTJJRFF3TmxReE5EZ2dOREF6VVRFM01DQXpPRGdnTVRjd0lETTFPVkV4TnpBZ016TTBJREUxTkNBek1qQmFUVEV5TmlBeE1EWlJNVEkySURjMUlERTFNQ0ExTVZReU1Ea2dNalpSTWpRM0lESTJJREkzTmlBME9WUXpNVFVnTVRBNVVUTXhOeUF4TVRZZ016RTRJREUzTlZFek1UZ2dNak16SURNeE55QXlNek5STXpBNUlESXpNeUF5T1RZZ01qTXlWREkxTVNBeU1qTlVNVGt6SURJd00xUXhORGNnTVRZMlZERXlOaUF4TURaYUlpOCtQSEJoZEdnZ2FXUTlJazFLV0MweUxWUkZXQzFPTFRjNElpQmtQU0pOTWpBeElEQlJNVGc1SURNZ01UQXlJRE5STWpZZ015QXhOeUF3U0RFeFZqUTJTREkxVVRRNElEUTNJRFkzSURVeVZEazJJRFl4VkRFeU1TQTNPRlF4TXprZ09UWlVNVFl3SURFeU1sUXhPREFnTVRVd1RESXlOaUF5TVRCTU1UWTRJREk0T0ZFeE5Ua2dNekF4SURFME9TQXpNVFZVTVRNeklETXpObFF4TWpJZ016VXhWREV4TXlBek5qTlVNVEEzSURNM01GUXhNREFnTXpjMlZEazBJRE0zT1ZRNE9DQXpPREZVT0RBZ016Z3pVVGMwSURNNE15QTBOQ0F6T0RWSU1UWldORE14U0RJelVUVTVJRFF5T1NBeE1qWWdOREk1VVRJeE9TQTBNamtnTWpJNUlEUXpNVWd5TXpkV016ZzFVVEl3TVNBek9ERWdNakF4SURNMk9WRXlNREVnTXpZM0lESXhNU0F6TlROVU1qTTVJRE14TlZReU5qZ2dNamMwVERJM01pQXlOekJNTWprM0lETXdORkV6TWprZ016UTFJRE15T1NBek5UaFJNekk1SURNMk5DQXpNamNnTXpZNVZETXlNaUF6TnpaVU16RTNJRE00TUZRek1UQWdNemcwVERNd055QXpPRFZJTXpBeVZqUXpNVWd6TURsUk16STBJRFF5T0NBME1EZ2dOREk0VVRRNE55QTBNamdnTkRreklEUXpNVWcwT1RsV016ZzFTRFE1TWxFME5ETWdNemcxSURReE1TQXpOamhSTXprMElETTJNQ0F6TnpjZ016UXhWRE14TWlBeU5UZE1NamsySURJek5rd3pOVGdnTVRVeFVUUXlOQ0EyTVNBME1qa2dOVGRVTkRRMklEVXdVVFEyTkNBME5pQTBPVGtnTkRaSU5URTJWakJJTlRFd1NEVXdNbEUwT1RRZ01TQTBPRElnTVZRME5UY2dNbFEwTXpJZ01sUTBNVFFnTTFFME1ETWdNeUF6TnpjZ00xUXpNamNnTVV3ek1EUWdNRWd5T1RWV05EWklNams0VVRNd09TQTBOaUF6TWpBZ05URlVNek14SURZelVUTXpNU0EyTlNBeU9URWdNVEl3VERJMU1DQXhOelZSTWpRNUlERTNOQ0F5TVRrZ01UTXpWREU0TlNBNE9GRXhPREVnT0RNZ01UZ3hJRGMwVVRFNE1TQTJNeUF4T0RnZ05UVlVNakEySURRMlVUSXdPQ0EwTmlBeU1EZ2dNak5XTUVneU1ERmFJaTgrUEhCaGRHZ2dhV1E5SWsxS1dDMHlMVlJGV0MxVE5DMHlPQ0lnWkQwaVRUYzFPQ0F0TVRJek4xUTNOVGdnTFRFeU5EQlVOelV5SUMweE1qUTVTRGN6TmxFM01UZ2dMVEV5TkRrZ056RTNJQzB4TWpRNFVUY3hNU0F0TVRJME5TQTJOeklnTFRFeE9UbFJNak0zSUMwM01EWWdNak0zSURJMU1WUTJOeklnTVRjd01GRTJPVGNnTVRjek1DQTNNVFlnTVRjME9WRTNNVGdnTVRjMU1DQTNNelVnTVRjMU1FZzNOVEpSTnpVNElERTNORFFnTnpVNElERTNOREZSTnpVNElERTNNemNnTnpRd0lERTNNVE5VTmpnNUlERTJORFJVTmpFNUlERTFNemRVTlRRd0lERXpPREJVTkRZeklERXhOelpSTXpRNElEZ3dNaUF6TkRnZ01qVXhVVE0wT0NBdE1qUXlJRFEwTVNBdE5UazVWRGMwTkNBdE1USXhPRkUzTlRnZ0xURXlNemNnTnpVNElDMHhNalF3V2lJdlBqeHdZWFJvSUdsa1BTSk5TbGd0TWkxVVJWZ3RTUzB4UkRRMU1TSWdaRDBpVFRNMk5pQTJPRE5STXpZM0lEWTRNeUEwTXpnZ05qZzRWRFV4TVNBMk9UUlJOVEl6SURZNU5DQTFNak1nTmpnMlVUVXlNeUEyTnprZ05EVXdJRE00TkZRek56VWdPRE5VTXpjMElEWTRVVE0zTkNBeU5pQTBNRElnTWpaUk5ERXhJREkzSURReU1pQXpOVkUwTkRNZ05UVWdORFl6SURFek1WRTBOamtnTVRVeElEUTNNeUF4TlRKUk5EYzFJREUxTXlBME9ETWdNVFV6U0RRNE4wZzBPVEZSTlRBMklERTFNeUExTURZZ01UUTFVVFV3TmlBeE5EQWdOVEF6SURFeU9WRTBPVEFnTnprZ05EY3pJRFE0VkRRME5TQTRWRFF4TnlBdE9GRTBNRGtnTFRFd0lETTVNeUF0TVRCUk16VTVJQzB4TUNBek16WWdOVlF6TURZZ016Wk1NekF3SURVeFVUSTVPU0ExTWlBeU9UWWdOVEJSTWprMElEUTRJREk1TWlBME5sRXlNek1nTFRFd0lERTNNaUF0TVRCUk1URTNJQzB4TUNBM05TQXpNRlF6TXlBeE5UZFJNek1nTWpBMUlEVXpJREkxTlZReE1ERWdNelF4VVRFME9DQXpPVGdnTVRrMUlEUXlNRlF5T0RBZ05EUXlVVE16TmlBME5ESWdNelkwSURRd01GRXpOamtnTXprMElETTJPU0F6T1RaUk16Y3dJRFF3TUNBek9UWWdOVEExVkRReU5DQTJNVFpSTkRJMElEWXlPU0EwTVRjZ05qTXlWRE0zT0NBMk16ZElNelUzVVRNMU1TQTJORE1nTXpVeElEWTBOVlF6TlRNZ05qWTBVVE0xT0NBMk9ETWdNelkySURZNE0xcE5NelV5SURNeU5sRXpNamtnTkRBMUlESTNOeUEwTURWUk1qUXlJRFF3TlNBeU1UQWdNemMwVkRFMk1DQXlPVE5STVRNeElESXhOQ0F4TVRrZ01USTVVVEV4T1NBeE1qWWdNVEU1SURFeE9GUXhNVGdnTVRBMlVURXhPQ0EyTVNBeE16WWdORFJVTVRjNUlESTJVVEl6TXlBeU5pQXlPVEFnT1RoTU1qazRJREV3T1V3ek5USWdNekkyV2lJdlBqeHdZWFJvSUdsa1BTSk5TbGd0TWkxVVJWZ3RUaTAyTXlJZ1pEMGlUVE0zTUNBek1EVlVNelE1SURNd05WUXpNVE1nTXpJd1ZESTVOeUF6TlRoUk1qazNJRE00TVNBek1USWdNemsyVVRNeE55QTBNREVnTXpFM0lEUXdNbFF6TURjZ05EQTBVVEk0TVNBME1EZ2dNalU0SURRd09GRXlNRGtnTkRBNElERTNPQ0F6TnpaUk1UTXhJRE15T1NBeE16RWdNakU1VVRFek1TQXhNemNnTVRZeUlEa3dVVEl3TXlBeU9TQXlOeklnTWpsUk16RXpJREk1SURNek9DQTFOVlF6TnpRZ01URTNVVE0zTmlBeE1qVWdNemM1SURFeU4xUXpPVFVnTVRJNVNEUXdPVkUwTVRVZ01USXpJRFF4TlNBeE1qQlJOREUxSURFeE5pQTBNVEVnTVRBMFZETTVOU0EzTVZRek5qWWdNek5VTXpFNElESlVNalE1SUMweE1WRXhOak1nTFRFeElEazVJRFV6VkRNMElESXhORkV6TkNBek1UZ2dPVGtnTXpnelZESTFNQ0EwTkRoVU16Y3dJRFF5TVZRME1EUWdNelUzVVRRd05DQXpNelFnTXpnM0lETXlNRm9pTHo0OGNHRjBhQ0JwWkQwaVRVcFlMVEl0VkVWWUxVNHROa01pSUdROUlrMDBNaUEwTmtnMU5sRTVOU0EwTmlBeE1ETWdOakJXTmpoUk1UQXpJRGMzSURFd015QTVNVlF4TURNZ01USTBWREV3TkNBeE5qZFVNVEEwSURJeE4xUXhNRFFnTWpjeVZERXdOQ0F6TWpsUk1UQTBJRE0yTmlBeE1EUWdOREEzVkRFd05DQTBPREpVTVRBMElEVTBNbFF4TURNZ05UZzJWREV3TXlBMk1ETlJNVEF3SURZeU1pQTRPU0EyTWpoVU5EUWdOak0zU0RJMlZqWTJNRkV5TmlBMk9ETWdNamdnTmpnelRETTRJRFk0TkZFME9DQTJPRFVnTmpjZ05qZzJWREV3TkNBMk9EaFJNVEl4SURZNE9TQXhOREVnTmprd1ZERTNNU0EyT1ROVU1UZ3lJRFk1TkVneE9EVldNemM1VVRFNE5TQTJNaUF4T0RZZ05qQlJNVGt3SURVeUlERTVPQ0EwT1ZFeU1Ua2dORFlnTWpRM0lEUTJTREkyTTFZd1NESTFOVXd5TXpJZ01WRXlNRGtnTWlBeE9ETWdNbFF4TkRVZ00xUXhNRGNnTTFRMU55QXhURE0wSURCSU1qWldORFpJTkRKYUlpOCtQSEJoZEdnZ2FXUTlJazFLV0MweUxWUkZXQzFPTFRZM0lpQmtQU0pOTXpJNUlEUXdPVkV6TnpNZ05EVXpJRFF5T1NBME5UTlJORFU1SURRMU15QTBOeklnTkRNMFZEUTROU0F6T1RaUk5EZzFJRE00TWlBME56WWdNemN4VkRRME9TQXpOakJSTkRFMklETTJNQ0EwTVRJZ016a3dVVFF4TUNBME1EUWdOREUxSURReE1WRTBNVFVnTkRFeUlEUXhOaUEwTVRSV05ERTFVVE00T0NBME1USWdNell6SURNNU0xRXpOVFVnTXpnNElETTFOU0F6T0RaUk16VTFJRE00TlNBek5Ua2dNemd4VkRNMk9DQXpOamxVTXpjNUlETTFNVlF6T0RnZ016STFWRE01TWlBeU9USlJNemt5SURJek1DQXpORE1nTVRnM1ZESXlNaUF4TkROUk1UY3lJREUwTXlBeE1qTWdNVGN4VVRFeE1pQXhOVE1nTVRFeUlERXpNMUV4TVRJZ09UZ2dNVE00SURneFVURTBOeUEzTlNBeE5UVWdOelZVTWpJM0lEY3pVVE14TVNBM01pQXpNelVnTmpkUk16azJJRFU0SURRek1TQXlObEUwTnpBZ0xURXpJRFEzTUNBdE56SlJORGN3SUMweE16a2dNemt5SUMweE56VlJNek15SUMweU1EWWdNalV3SUMweU1EWlJNVFkzSUMweU1EWWdNVEEzSUMweE56VlJNamtnTFRFME1DQXlPU0F0TnpWUk1qa2dMVE01SURVd0lDMHhOVlE1TWlBeE9Fd3hNRE1nTWpSUk5qY2dOVFVnTmpjZ01UQTRVVFkzSURFMU5TQTVOaUF4T1ROUk5USWdNak0zSURVeUlESTVNbEUxTWlBek5UVWdNVEF5SURNNU9GUXlNak1nTkRReVVUSTNOQ0EwTkRJZ016RTRJRFF4Tmt3ek1qa2dOREE1V2sweU9Ua2dNelF6VVRJNU5DQXpOekVnTWpjeklETTROMVF5TWpFZ05EQTBVVEU1TWlBME1EUWdNVGN4SURNNE9GUXhORFVnTXpRelVURTBNaUF6TWpZZ01UUXlJREk1TWxFeE5ESWdNalE0SURFME9TQXlNamRVTVRjNUlERTVNbEV4T1RZZ01UZ3lJREl5TWlBeE9ESlJNalEwSURFNE1pQXlOakFnTVRnNVZESTRNeUF5TURkVU1qazBJREl5TjFReU9Ua2dNalF5VVRNd01pQXlOVGdnTXpBeUlESTVNbFF5T1RrZ016UXpXazAwTURNZ0xUYzFVVFF3TXlBdE5UQWdNemc1SUMwek5GUXpORGdnTFRFeFZESTVPU0F0TWxReU5EVWdNRWd5TVRoUk1UVXhJREFnTVRNNElDMDJVVEV4T0NBdE1UVWdNVEEzSUMwek5GUTVOU0F0TnpSUk9UVWdMVGcwSURFd01TQXRPVGRVTVRJeUlDMHhNamRVTVRjd0lDMHhOVFZVTWpVd0lDMHhOamRSTXpFNUlDMHhOamNnTXpZeElDMHhNemxVTkRBeklDMDNOVm9pTHo0OGNHRjBhQ0JwWkQwaVRVcFlMVEl0VkVWWUxVNHROelFpSUdROUlrMHlOeUEwTWpKUk9EQWdOREkySURFd09TQTBOemhVTVRReElEWXdNRlkyTVRWSU1UZ3hWalF6TVVnek1UWldNemcxU0RFNE1WWXlOREZSTVRneUlERXhOaUF4T0RJZ01UQXdWREU0T1NBMk9GRXlNRE1nTWprZ01qTTRJREk1VVRJNE1pQXlPU0F5T1RJZ01UQXdVVEk1TXlBeE1EZ2dNamt6SURFME5sWXhPREZJTXpNelZqRTBObFl4TXpSUk16TXpJRFUzSURJNU1TQXhOMUV5TmpRZ0xURXdJREl5TVNBdE1UQlJNVGczSUMweE1DQXhOaklnTWxReE1qUWdNek5VTVRBMUlEWTRWRGs0SURFd01GRTVOeUF4TURjZ09UY2dNalE0VmpNNE5VZ3hPRlkwTWpKSU1qZGFJaTgrUEhCaGRHZ2dhV1E5SWsxS1dDMHlMVlJGV0MxT0xUSkRJaUJrUFNKTk56Z2dNelZVTnpnZ05qQlVPVFFnTVRBelZERXpOeUF4TWpGUk1UWTFJREV5TVNBeE9EY2dPVFpVTWpFd0lEaFJNakV3SUMweU55QXlNREVnTFRZd1ZERTRNQ0F0TVRFM1ZERTFOQ0F0TVRVNFZERXpNQ0F0TVRnMVZERXhOeUF0TVRrMFVURXhNeUF0TVRrMElERXdOQ0F0TVRnMVZEazFJQzB4TnpKUk9UVWdMVEUyT0NBeE1EWWdMVEUxTmxReE16RWdMVEV5TmxReE5UY2dMVGMyVkRFM015QXRNMVk1VERFM01pQTRVVEUzTUNBM0lERTJOeUEyVkRFMk1TQXpWREUxTWlBeFZERTBNQ0F3VVRFeE15QXdJRGsySURFM1dpSXZQanh3WVhSb0lHbGtQU0pOU2xndE1pMVVSVmd0VXpRdE1qa2lJR1E5SWswek15QXhOelF4VVRNeklERTNOVEFnTlRFZ01UYzFNRWcyTUVnMk5WRTNNeUF4TnpVd0lEZ3hJREUzTkROVU1URTVJREUzTURCUk5UVTBJREV5TURjZ05UVTBJREkxTVZFMU5UUWdMVGN3TnlBeE1Ua2dMVEV4T1RsUk56WWdMVEV5TlRBZ05qWWdMVEV5TlRCUk5qVWdMVEV5TlRBZ05qSWdMVEV5TlRCVU5UWWdMVEV5TkRsUk5UVWdMVEV5TkRrZ05UTWdMVEV5TkRsVU5Ea2dMVEV5TlRCUk16TWdMVEV5TlRBZ016TWdMVEV5TXpsUk16TWdMVEV5TXpZZ05UQWdMVEV5TVRSVU9UZ2dMVEV4TlRCVU1UWXpJQzB4TURVeVZESXpPQ0F0T1RFd1ZETXhNU0F0TnpJM1VUUTBNeUF0TXpNMUlEUTBNeUF5TlRGUk5EUXpJRFF3TWlBME16WWdOVE15VkRRd05TQTRNekZVTXpNNUlERXhOREpVTWpJMElERTBNemhVTlRBZ01UY3hObEV6TXlBeE56TTNJRE16SURFM05ERmFJaTgrUEhCaGRHZ2dhV1E5SWsxS1dDMHlMVlJGV0MxT0xUTkRJaUJrUFNKTk5qazBJQzB4TVZRMk9UUWdMVEU1VkRZNE9DQXRNek5VTmpjNElDMDBNRkUyTnpFZ0xUUXdJRFV5TkNBeU9WUXlNelFnTVRZMlREa3dJREl6TlZFNE15QXlOREFnT0RNZ01qVXdVVGd6SURJMk1TQTVNU0F5TmpaUk5qWTBJRFUwTUNBMk56Z2dOVFF3VVRZNE1TQTFOREFnTmpnM0lEVXpORlEyT1RRZ05URTVWRFk0TnlBMU1EVlJOamcySURVd05DQTBNVGNnTXpjMlRERTFNU0F5TlRCTU5ERTNJREV5TkZFMk9EWWdMVFFnTmpnM0lDMDFVVFk1TkNBdE1URWdOamswSUMweE9Wb2lMejQ4Y0dGMGFDQnBaRDBpVFVwWUxUSXRWRVZZTFVrdE1VUTBOakVpSUdROUlrMHlOaUF6T0RWUk1Ua2dNemt5SURFNUlETTVOVkV4T1NBek9Ua2dNaklnTkRFeFZESTNJRFF5TlZFeU9TQTBNekFnTXpZZ05ETXdWRGczSURRek1VZ3hOREJNTVRVNUlEVXhNVkV4TmpJZ05USXlJREUyTmlBMU5EQlVNVGN6SURVMk5sUXhOemtnTlRnMlZERTROeUEyTUROVU1UazNJRFl4TlZReU1URWdOakkwVkRJeU9TQTJNalpSTWpRM0lEWXlOU0F5TlRRZ05qRTFWREkyTVNBMU9UWlJNall4SURVNE9TQXlOVElnTlRRNVZESXpNaUEwTnpCTU1qSXlJRFF6TTFFeU1qSWdORE14SURJM01pQTBNekZJTXpJelVUTXpNQ0EwTWpRZ016TXdJRFF5TUZFek16QWdNems0SURNeE55QXpPRFZJTWpFd1RERTNOQ0F5TkRCUk1UTTFJRGd3SURFek5TQTJPRkV4TXpVZ01qWWdNVFl5SURJMlVURTVOeUF5TmlBeU16QWdOakJVTWpneklERTBORkV5T0RVZ01UVXdJREk0T0NBeE5URlVNekF6SURFMU0wZ3pNRGRSTXpJeUlERTFNeUF6TWpJZ01UUTFVVE15TWlBeE5ESWdNekU1SURFek0xRXpNVFFnTVRFM0lETXdNU0E1TlZReU5qY2dORGhVTWpFMklEWlVNVFUxSUMweE1WRXhNalVnTFRFeElEazRJRFJVTlRrZ05UWlJOVGNnTmpRZ05UY2dPRE5XTVRBeFREa3lJREkwTVZFeE1qY2dNemd5SURFeU9DQXpPRE5STVRJNElETTROU0EzTnlBek9EVklNalphSWk4K1BIQmhkR2dnYVdROUlrMUtXQzB5TFZSRldDMVROQzAxUkNJZ1pEMGlUVFVnTVRZM04xWXhOelV3U0RNeE0xWXRNVEkwT1VnMVZpMHhNVGMyU0RJME1GWXhOamMzU0RWYUlpOCtQQzlrWldaelBqeG5JSE4wY205clpUMGlZM1Z5Y21WdWRFTnZiRzl5SWlCbWFXeHNQU0pqZFhKeVpXNTBRMjlzYjNJaUlITjBjbTlyWlMxM2FXUjBhRDBpTUNJZ2RISmhibk5tYjNKdFBTSnpZMkZzWlNneExDMHhLU0krUEdjZ1pHRjBZUzF0Yld3dGJtOWtaVDBpYldGMGFDSStQR2NnWkdGMFlTMXRiV3d0Ym05a1pUMGliWE4xWWlJK1BHY2daR0YwWVMxdGJXd3RibTlrWlQwaWJXa2lQangxYzJVZ1pHRjBZUzFqUFNJeFJEWkdSaUlnZUd4cGJtczZhSEpsWmowaUkwMUtXQzB5TFZSRldDMUpMVEZFTmtaR0lpOCtQQzluUGp4bklHUmhkR0V0Ylcxc0xXNXZaR1U5SWxSbFdFRjBiMjBpSUhSeVlXNXpabTl5YlQwaWRISmhibk5zWVhSbEtEUTNOeXd0TVRVd0tTQnpZMkZzWlNnd0xqY3dOeWtpSUdSaGRHRXRiV3A0TFhSbGVHTnNZWE56UFNKUFVrUWlQanhuSUdSaGRHRXRiVzFzTFc1dlpHVTlJbTFwSWo0OGRYTmxJR1JoZEdFdFl6MGlNVVEzTURZaUlIaHNhVzVyT21oeVpXWTlJaU5OU2xndE1pMVVSVmd0U1MweFJEY3dOaUl2UGp3dlp6NDhMMmMrUEM5blBqeG5JR1JoZEdFdGJXMXNMVzV2WkdVOUltMXZJaUIwY21GdWMyWnZjbTA5SW5SeVlXNXpiR0YwWlNneE1qRTNMREFwSWo0OGRYTmxJR1JoZEdFdFl6MGlNMFFpSUhoc2FXNXJPbWh5WldZOUlpTk5TbGd0TWkxVVJWZ3RUaTB6UkNJdlBqd3ZaejQ4WnlCa1lYUmhMVzF0YkMxdWIyUmxQU0p0Wm5KaFl5SWdkSEpoYm5ObWIzSnRQU0owY21GdWMyeGhkR1VvTWpJM01pNDRMREFwSWo0OFp5QmtZWFJoTFcxdGJDMXViMlJsUFNKdGJpSWdkSEpoYm5ObWIzSnRQU0owY21GdWMyeGhkR1VvTWpjd0xEWTNOaWtpUGp4MWMyVWdaR0YwWVMxalBTSXpNU0lnZUd4cGJtczZhSEpsWmowaUkwMUtXQzB5TFZSRldDMU9MVE14SWk4K1BDOW5QanhuSUdSaGRHRXRiVzFzTFc1dlpHVTlJbTFwSWlCMGNtRnVjMlp2Y20wOUluUnlZVzV6YkdGMFpTZ3lNakFzTFRZNE5pa2lQangxYzJVZ1pHRjBZUzFqUFNJeFJEUTFRaUlnZUd4cGJtczZhSEpsWmowaUkwMUtXQzB5TFZSRldDMUpMVEZFTkRWQ0lpOCtQQzluUGp4eVpXTjBJSGRwWkhSb1BTSTRNREFpSUdobGFXZG9kRDBpTmpBaUlIZzlJakV5TUNJZ2VUMGlNakl3SWk4K1BDOW5QanhuSUdSaGRHRXRiVzFzTFc1dlpHVTlJbTExYm1SbGNtOTJaWElpSUhSeVlXNXpabTl5YlQwaWRISmhibk5zWVhSbEtETTBOemt1TlN3d0tTSStQR2NnWkdGMFlTMXRiV3d0Ym05a1pUMGliVzhpUGp4MWMyVWdaR0YwWVMxalBTSXlNakV4SWlCNGJHbHVhenBvY21WbVBTSWpUVXBZTFRJdFZFVllMVXhQTFRJeU1URWlMejQ4TDJjK1BHY2daR0YwWVMxdGJXd3RibTlrWlQwaVZHVllRWFJ2YlNJZ2RISmhibk5tYjNKdFBTSjBjbUZ1YzJ4aGRHVW9NVFE0TGpJc0xURXdPRGN1T1NrZ2MyTmhiR1VvTUM0M01EY3BJaUJrWVhSaExXMXFlQzEwWlhoamJHRnpjejBpVDFKRUlqNDhaeUJrWVhSaExXMXRiQzF1YjJSbFBTSnRhU0krUEhWelpTQmtZWFJoTFdNOUlqRkVORFUySWlCNGJHbHVhenBvY21WbVBTSWpUVXBZTFRJdFZFVllMVWt0TVVRME5UWWlMejQ4TDJjK1BHY2daR0YwWVMxdGJXd3RibTlrWlQwaWJXOGlJSFJ5WVc1elptOXliVDBpZEhKaGJuTnNZWFJsS0RNME5Td3dLU0krUEhWelpTQmtZWFJoTFdNOUlqTkVJaUI0YkdsdWF6cG9jbVZtUFNJalRVcFlMVEl0VkVWWUxVNHRNMFFpTHo0OEwyYytQR2NnWkdGMFlTMXRiV3d0Ym05a1pUMGliVzRpSUhSeVlXNXpabTl5YlQwaWRISmhibk5zWVhSbEtERXhNak1zTUNraVBqeDFjMlVnWkdGMFlTMWpQU0l6TVNJZ2VHeHBibXM2YUhKbFpqMGlJMDFLV0MweUxWUkZXQzFPTFRNeElpOCtQQzluUGp3dlp6NDhaeUJrWVhSaExXMXRiQzF1YjJSbFBTSlVaVmhCZEc5dElpQjBjbUZ1YzJadmNtMDlJblJ5WVc1emJHRjBaU2cxTURrdU9Td3hNVFV3S1NCelkyRnNaU2d3TGpjd055a2lJR1JoZEdFdGJXcDRMWFJsZUdOc1lYTnpQU0pQVWtRaVBqeG5JR1JoZEdFdGJXMXNMVzV2WkdVOUltMXBJajQ4ZFhObElHUmhkR0V0WXowaU1VUTBOVUlpSUhoc2FXNXJPbWh5WldZOUlpTk5TbGd0TWkxVVJWZ3RTUzB4UkRRMVFpSXZQand2Wno0OEwyYytQQzluUGp4bklHUmhkR0V0Ylcxc0xXNXZaR1U5SW0xeWIzY2lJSFJ5WVc1elptOXliVDBpZEhKaGJuTnNZWFJsS0RVd09UQXVNU3d3S1NJK1BHY2daR0YwWVMxdGJXd3RibTlrWlQwaWJXOGlJSFJ5WVc1elptOXliVDBpZEhKaGJuTnNZWFJsS0RBZ0xUQXVOU2tpUGp4MWMyVWdaR0YwWVMxalBTSTFRaUlnZUd4cGJtczZhSEpsWmowaUkwMUtXQzB5TFZSRldDMVROQzAxUWlJdlBqd3ZaejQ4WnlCa1lYUmhMVzF0YkMxdWIyUmxQU0p0YnlJZ2RISmhibk5tYjNKdFBTSjBjbUZ1YzJ4aGRHVW9OVGd6TERBcElqNDhkWE5sSUdSaGRHRXRZejBpTmtRaUlIaHNhVzVyT21oeVpXWTlJaU5OU2xndE1pMVVSVmd0VGkwMlJDSXZQangxYzJVZ1pHRjBZUzFqUFNJMk1TSWdlR3hwYm1zNmFISmxaajBpSTAxS1dDMHlMVlJGV0MxT0xUWXhJaUIwY21GdWMyWnZjbTA5SW5SeVlXNXpiR0YwWlNnNE16TXNNQ2tpTHo0OGRYTmxJR1JoZEdFdFl6MGlOemdpSUhoc2FXNXJPbWh5WldZOUlpTk5TbGd0TWkxVVJWZ3RUaTAzT0NJZ2RISmhibk5tYjNKdFBTSjBjbUZ1YzJ4aGRHVW9NVE16TXl3d0tTSXZQand2Wno0OFp5QmtZWFJoTFcxdGJDMXViMlJsUFNKdGNtOTNJaUIwY21GdWMyWnZjbTA5SW5SeVlXNXpiR0YwWlNneU5qRXdMamNzTUNraVBqeG5JR1JoZEdFdGJXMXNMVzV2WkdVOUltMXZJaUIwY21GdWMyWnZjbTA5SW5SeVlXNXpiR0YwWlNnd0lDMHdMalVwSWo0OGRYTmxJR1JoZEdFdFl6MGlNamdpSUhoc2FXNXJPbWh5WldZOUlpTk5TbGd0TWkxVVJWZ3RVelF0TWpnaUx6NDhMMmMrUEdjZ1pHRjBZUzF0Yld3dGJtOWtaVDBpYldaeVlXTWlJSFJ5WVc1elptOXliVDBpZEhKaGJuTnNZWFJsS0RjNU1pd3dLU0krUEdjZ1pHRjBZUzF0Yld3dGJtOWtaVDBpYlhOMVluTjFjQ0lnZEhKaGJuTm1iM0p0UFNKMGNtRnVjMnhoZEdVb01qSXdMRGMyTUNraVBqeG5JR1JoZEdFdGJXMXNMVzV2WkdVOUltMXBJajQ4ZFhObElHUmhkR0V0WXowaU1VUTBOVEVpSUhoc2FXNXJPbWh5WldZOUlpTk5TbGd0TWkxVVJWZ3RTUzB4UkRRMU1TSXZQand2Wno0OFp5QmtZWFJoTFcxdGJDMXViMlJsUFNKVVpWaEJkRzl0SWlCMGNtRnVjMlp2Y20wOUluUnlZVzV6YkdGMFpTZzFOVE1zTXpZektTQnpZMkZzWlNnd0xqY3dOeWtpSUdSaGRHRXRiV3A0TFhSbGVHTnNZWE56UFNKUFVrUWlQanhuSUdSaGRHRXRiVzFzTFc1dlpHVTlJbTEwWlhoMElqNDhkWE5sSUdSaGRHRXRZejBpTmpNaUlIaHNhVzVyT21oeVpXWTlJaU5OU2xndE1pMVVSVmd0VGkwMk15SXZQangxYzJVZ1pHRjBZUzFqUFNJMk1TSWdlR3hwYm1zNmFISmxaajBpSTAxS1dDMHlMVlJGV0MxT0xUWXhJaUIwY21GdWMyWnZjbTA5SW5SeVlXNXpiR0YwWlNnME5EUXNNQ2tpTHo0OGRYTmxJR1JoZEdFdFl6MGlOa01pSUhoc2FXNXJPbWh5WldZOUlpTk5TbGd0TWkxVVJWZ3RUaTAyUXlJZ2RISmhibk5tYjNKdFBTSjBjbUZ1YzJ4aGRHVW9PVFEwTERBcElpOCtQSFZ6WlNCa1lYUmhMV005SWpZeklpQjRiR2x1YXpwb2NtVm1QU0lqVFVwWUxUSXRWRVZZTFU0dE5qTWlJSFJ5WVc1elptOXliVDBpZEhKaGJuTnNZWFJsS0RFeU1qSXNNQ2tpTHo0OEwyYytQQzluUGp4bklHUmhkR0V0Ylcxc0xXNXZaR1U5SWxSbFdFRjBiMjBpSUhSeVlXNXpabTl5YlQwaWRISmhibk5zWVhSbEtEVTFNeXd0TWpreUxqSXBJSE5qWVd4bEtEQXVOekEzS1NJZ1pHRjBZUzF0YW5ndGRHVjRZMnhoYzNNOUlrOVNSQ0krUEdjZ1pHRjBZUzF0Yld3dGJtOWtaVDBpYldraVBqeDFjMlVnWkdGMFlTMWpQU0l4UkRRMU5pSWdlR3hwYm1zNmFISmxaajBpSTAxS1dDMHlMVlJGV0MxSkxURkVORFUySWk4K1BDOW5Qand2Wno0OEwyYytQR2NnWkdGMFlTMXRiV3d0Ym05a1pUMGliWE4xWW5OMWNDSWdkSEpoYm5ObWIzSnRQU0owY21GdWMyeGhkR1VvTkRrMExqY3NMVGc1TkM0eEtTSStQR2NnWkdGMFlTMXRiV3d0Ym05a1pUMGliV2tpUGp4MWMyVWdaR0YwWVMxalBTSXhSRFExTVNJZ2VHeHBibXM2YUhKbFpqMGlJMDFLV0MweUxWUkZXQzFKTFRGRU5EVXhJaTgrUEM5blBqeG5JR1JoZEdFdGJXMXNMVzV2WkdVOUlsUmxXRUYwYjIwaUlIUnlZVzV6Wm05eWJUMGlkSEpoYm5Oc1lYUmxLRFUxTXl3ME9Ua3VNeWtnYzJOaGJHVW9NQzQzTURjcElpQmtZWFJoTFcxcWVDMTBaWGhqYkdGemN6MGlUMUpFSWo0OFp5QmtZWFJoTFcxdGJDMXViMlJsUFNKdGRHVjRkQ0krUEhWelpTQmtZWFJoTFdNOUlqWTNJaUI0YkdsdWF6cG9jbVZtUFNJalRVcFlMVEl0VkVWWUxVNHROamNpTHo0OGRYTmxJR1JoZEdFdFl6MGlOelFpSUhoc2FXNXJPbWh5WldZOUlpTk5TbGd0TWkxVVJWZ3RUaTAzTkNJZ2RISmhibk5tYjNKdFBTSjBjbUZ1YzJ4aGRHVW9OVEF3TERBcElpOCtQQzluUGp3dlp6NDhaeUJrWVhSaExXMXRiQzF1YjJSbFBTSlVaVmhCZEc5dElpQjBjbUZ1YzJadmNtMDlJblJ5WVc1emJHRjBaU2cxTlRNc0xUSTVNeTQ0S1NCelkyRnNaU2d3TGpjd055a2lJR1JoZEdFdGJXcDRMWFJsZUdOc1lYTnpQU0pQVWtRaVBqeG5JR1JoZEdFdGJXMXNMVzV2WkdVOUltMXBJajQ4ZFhObElHUmhkR0V0WXowaU1VUTBOVFlpSUhoc2FXNXJPbWh5WldZOUlpTk5TbGd0TWkxVVJWZ3RTUzB4UkRRMU5pSXZQand2Wno0OEwyYytQQzluUGp4eVpXTjBJSGRwWkhSb1BTSXhPVGd4SWlCb1pXbG5hSFE5SWpZd0lpQjRQU0l4TWpBaUlIazlJakl5TUNJdlBqd3ZaejQ4WnlCa1lYUmhMVzF0YkMxdWIyUmxQU0p0YnlJZ2RISmhibk5tYjNKdFBTSjBjbUZ1YzJ4aGRHVW9NekF4TXl3d0tTSStQSFZ6WlNCa1lYUmhMV005SWpKRElpQjRiR2x1YXpwb2NtVm1QU0lqVFVwWUxUSXRWRVZZTFU0dE1rTWlMejQ4TDJjK1BHY2daR0YwWVMxdGJXd3RibTlrWlQwaWJXWnlZV01pSUhSeVlXNXpabTl5YlQwaWRISmhibk5zWVhSbEtETTBOVGN1Tnl3d0tTSStQR2NnWkdGMFlTMXRiV3d0Ym05a1pUMGliWE4xWW5OMWNDSWdkSEpoYm5ObWIzSnRQU0owY21GdWMyeGhkR1VvTkRrMExqY3NOell4TGpZcElqNDhaeUJrWVhSaExXMXRiQzF1YjJSbFBTSnRhU0krUEhWelpTQmtZWFJoTFdNOUlqRkVORFV4SWlCNGJHbHVhenBvY21WbVBTSWpUVXBZTFRJdFZFVllMVWt0TVVRME5URWlMejQ4TDJjK1BHY2daR0YwWVMxdGJXd3RibTlrWlQwaVZHVllRWFJ2YlNJZ2RISmhibk5tYjNKdFBTSjBjbUZ1YzJ4aGRHVW9OVFV6TERRNU9TNHpLU0J6WTJGc1pTZ3dMamN3TnlraUlHUmhkR0V0YldwNExYUmxlR05zWVhOelBTSlBVa1FpUGp4bklHUmhkR0V0Ylcxc0xXNXZaR1U5SW0xMFpYaDBJajQ4ZFhObElHUmhkR0V0WXowaU5qY2lJSGhzYVc1ck9taHlaV1k5SWlOTlNsZ3RNaTFVUlZndFRpMDJOeUl2UGp4MWMyVWdaR0YwWVMxalBTSTNOQ0lnZUd4cGJtczZhSEpsWmowaUkwMUtXQzB5TFZSRldDMU9MVGMwSWlCMGNtRnVjMlp2Y20wOUluUnlZVzV6YkdGMFpTZzFNREFzTUNraUx6NDhMMmMrUEM5blBqeG5JR1JoZEdFdGJXMXNMVzV2WkdVOUlsUmxXRUYwYjIwaUlIUnlZVzV6Wm05eWJUMGlkSEpoYm5Oc1lYUmxLRFUxTXl3dE1qa3pMamdwSUhOallXeGxLREF1TnpBM0tTSWdaR0YwWVMxdGFuZ3RkR1Y0WTJ4aGMzTTlJazlTUkNJK1BHY2daR0YwWVMxdGJXd3RibTlrWlQwaWJXa2lQangxYzJVZ1pHRjBZUzFqUFNJeFJEUTFOaUlnZUd4cGJtczZhSEpsWmowaUkwMUtXQzB5TFZSRldDMUpMVEZFTkRVMklpOCtQQzluUGp3dlp6NDhMMmMrUEdjZ1pHRjBZUzF0Yld3dGJtOWtaVDBpYlhOMVluTjFjQ0lnZEhKaGJuTm1iM0p0UFNKMGNtRnVjMnhoZEdVb01qSXdMQzA0TVRJdU1Ta2lQanhuSUdSaGRHRXRiVzFzTFc1dlpHVTlJbTFwSWo0OGRYTmxJR1JoZEdFdFl6MGlNVVEwTlRFaUlIaHNhVzVyT21oeVpXWTlJaU5OU2xndE1pMVVSVmd0U1MweFJEUTFNU0l2UGp3dlp6NDhaeUJrWVhSaExXMXRiQzF1YjJSbFBTSlVaVmhCZEc5dElpQjBjbUZ1YzJadmNtMDlJblJ5WVc1emJHRjBaU2cxTlRNc016WXhMalFwSUhOallXeGxLREF1TnpBM0tTSWdaR0YwWVMxdGFuZ3RkR1Y0WTJ4aGMzTTlJazlTUkNJK1BHY2daR0YwWVMxdGJXd3RibTlrWlQwaWJYUmxlSFFpUGp4MWMyVWdaR0YwWVMxalBTSTJNeUlnZUd4cGJtczZhSEpsWmowaUkwMUtXQzB5TFZSRldDMU9MVFl6SWk4K1BIVnpaU0JrWVhSaExXTTlJall4SWlCNGJHbHVhenBvY21WbVBTSWpUVXBZTFRJdFZFVllMVTR0TmpFaUlIUnlZVzV6Wm05eWJUMGlkSEpoYm5Oc1lYUmxLRFEwTkN3d0tTSXZQangxYzJVZ1pHRjBZUzFqUFNJMlF5SWdlR3hwYm1zNmFISmxaajBpSTAxS1dDMHlMVlJGV0MxT0xUWkRJaUIwY21GdWMyWnZjbTA5SW5SeVlXNXpiR0YwWlNnNU5EUXNNQ2tpTHo0OGRYTmxJR1JoZEdFdFl6MGlOak1pSUhoc2FXNXJPbWh5WldZOUlpTk5TbGd0TWkxVVJWZ3RUaTAyTXlJZ2RISmhibk5tYjNKdFBTSjBjbUZ1YzJ4aGRHVW9NVEl5TWl3d0tTSXZQand2Wno0OEwyYytQR2NnWkdGMFlTMXRiV3d0Ym05a1pUMGlWR1ZZUVhSdmJTSWdkSEpoYm5ObWIzSnRQU0owY21GdWMyeGhkR1VvTlRVekxDMHlPVE11T0NrZ2MyTmhiR1VvTUM0M01EY3BJaUJrWVhSaExXMXFlQzEwWlhoamJHRnpjejBpVDFKRUlqNDhaeUJrWVhSaExXMXRiQzF1YjJSbFBTSnRhU0krUEhWelpTQmtZWFJoTFdNOUlqRkVORFUySWlCNGJHbHVhenBvY21WbVBTSWpUVXBZTFRJdFZFVllMVWt0TVVRME5UWWlMejQ4TDJjK1BDOW5Qand2Wno0OGNtVmpkQ0IzYVdSMGFEMGlNVGs0TVNJZ2FHVnBaMmgwUFNJMk1DSWdlRDBpTVRJd0lpQjVQU0l5TWpBaUx6NDhMMmMrUEdjZ1pHRjBZUzF0Yld3dGJtOWtaVDBpYlc4aUlIUnlZVzV6Wm05eWJUMGlkSEpoYm5Oc1lYUmxLRFUyTnpndU55d3dLU0IwY21GdWMyeGhkR1VvTUNBdE1DNDFLU0krUEhWelpTQmtZWFJoTFdNOUlqSTVJaUI0YkdsdWF6cG9jbVZtUFNJalRVcFlMVEl0VkVWWUxWTTBMVEk1SWk4K1BDOW5Qand2Wno0OFp5QmtZWFJoTFcxdGJDMXViMlJsUFNKdGJ5SWdkSEpoYm5ObWIzSnRQU0owY21GdWMyeGhkR1VvT1RNMU9TNHlMREFwSWo0OGRYTmxJR1JoZEdFdFl6MGlNME1pSUhoc2FXNXJPbWh5WldZOUlpTk5TbGd0TWkxVVJWZ3RUaTB6UXlJdlBqd3ZaejQ4WnlCa1lYUmhMVzF0YkMxdWIyUmxQU0p0YzNWaUlpQjBjbUZ1YzJadmNtMDlJblJ5WVc1emJHRjBaU2d4TURReE5Td3dLU0krUEdjZ1pHRjBZUzF0Yld3dGJtOWtaVDBpYldraVBqeDFjMlVnWkdGMFlTMWpQU0l4UkRRMk1TSWdlR3hwYm1zNmFISmxaajBpSTAxS1dDMHlMVlJGV0MxSkxURkVORFl4SWk4K1BDOW5QanhuSUdSaGRHRXRiVzFzTFc1dlpHVTlJbFJsV0VGMGIyMGlJSFJ5WVc1elptOXliVDBpZEhKaGJuTnNZWFJsS0RNNU5Dd3RNVFV3S1NCelkyRnNaU2d3TGpjd055a2lJR1JoZEdFdGJXcDRMWFJsZUdOc1lYTnpQU0pQVWtRaVBqeG5JR1JoZEdFdGJXMXNMVzV2WkdVOUltMXBJajQ4ZFhObElHUmhkR0V0WXowaU1VUTNNRFlpSUhoc2FXNXJPbWh5WldZOUlpTk5TbGd0TWkxVVJWZ3RTUzB4UkRjd05pSXZQand2Wno0OEwyYytQQzluUGp4bklHUmhkR0V0Ylcxc0xXNXZaR1U5SW0xdklpQjBjbUZ1YzJadmNtMDlJblJ5WVc1emJHRjBaU2d4TVRJM01TNHlMREFwSUhSeVlXNXpiR0YwWlNnd0lDMHdMalVwSWo0OGRYTmxJR1JoZEdFdFl6MGlOVVFpSUhoc2FXNXJPbWh5WldZOUlpTk5TbGd0TWkxVVJWZ3RVelF0TlVRaUx6NDhMMmMrUEM5blBqeG5JR1JoZEdFdGJXMXNMVzV2WkdVOUltMXZJaUIwY21GdWMyWnZjbTA5SW5SeVlXNXpiR0YwWlNneE5qazBOQzR6TERBcElqNDhkWE5sSUdSaGRHRXRZejBpTWtNaUlIaHNhVzVyT21oeVpXWTlJaU5OU2xndE1pMVVSVmd0VGkweVF5SXZQand2Wno0OEwyYytQQzluUGp3dmMzWm5QZz09IiwKCSJSZWFsVmlld1NpemVKc29uIiA6ICJ7XCJoZWlnaHRcIjoxMDUzLjU3MTM5NTg3NDAyMzQsXCJ3aWR0aFwiOjYwNzEuNDI4ODMzMDA3ODEyNX0iCn0K"/>
    </extobj>
  </extobjs>
</s:customData>
</file>

<file path=customXml/itemProps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4483</Words>
  <Application>WPS Presentation</Application>
  <PresentationFormat>Widescreen</PresentationFormat>
  <Paragraphs>244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 Light</vt:lpstr>
      <vt:lpstr>Times New Roman</vt:lpstr>
      <vt:lpstr>Cambria Math</vt:lpstr>
      <vt:lpstr>Microsoft YaHei</vt:lpstr>
      <vt:lpstr>Arial Unicode MS</vt:lpstr>
      <vt:lpstr>Office Theme</vt:lpstr>
      <vt:lpstr>Метод восстановления глубины архивных фотографий по закраске  изображения</vt:lpstr>
      <vt:lpstr>Введение в предметную область</vt:lpstr>
      <vt:lpstr>Цель и задачи работы</vt:lpstr>
      <vt:lpstr>Классификация методов восстановления глубины из монокулярных изображений</vt:lpstr>
      <vt:lpstr>Функциональная модель метода</vt:lpstr>
      <vt:lpstr>Построение гибридной карты глубин (А2)</vt:lpstr>
      <vt:lpstr>Алгоритм SFS</vt:lpstr>
      <vt:lpstr>Структура ПО</vt:lpstr>
      <vt:lpstr>PowerPoint 演示文稿</vt:lpstr>
      <vt:lpstr>Зависимость точности восстановления от качества исходного изображения</vt:lpstr>
      <vt:lpstr>Заключение</vt:lpstr>
      <vt:lpstr>Направления развития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Vezirova</dc:creator>
  <cp:lastModifiedBy>Алёна Вылегжанина</cp:lastModifiedBy>
  <cp:revision>18</cp:revision>
  <dcterms:created xsi:type="dcterms:W3CDTF">2025-06-03T08:54:00Z</dcterms:created>
  <dcterms:modified xsi:type="dcterms:W3CDTF">2025-06-07T11:21:18Z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119F3096E04946699A5123F64AEF6E89_13</vt:lpwstr>
  </property>
  <property fmtid="{D5CDD505-2E9C-101B-9397-08002B2CF9AE}" pid="3" name="KSOProductBuildVer">
    <vt:lpwstr>1049-12.2.0.21183</vt:lpwstr>
  </property>
</Properties>
</file>